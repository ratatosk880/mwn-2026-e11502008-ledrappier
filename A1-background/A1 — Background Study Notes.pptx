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29"/>
  </p:notesMasterIdLst>
  <p:sldIdLst>
    <p:sldId id="257" r:id="rId2"/>
    <p:sldId id="272" r:id="rId3"/>
    <p:sldId id="273" r:id="rId4"/>
    <p:sldId id="258" r:id="rId5"/>
    <p:sldId id="259" r:id="rId6"/>
    <p:sldId id="260" r:id="rId7"/>
    <p:sldId id="291" r:id="rId8"/>
    <p:sldId id="292" r:id="rId9"/>
    <p:sldId id="293" r:id="rId10"/>
    <p:sldId id="294" r:id="rId11"/>
    <p:sldId id="263" r:id="rId12"/>
    <p:sldId id="279" r:id="rId13"/>
    <p:sldId id="281" r:id="rId14"/>
    <p:sldId id="282" r:id="rId15"/>
    <p:sldId id="283" r:id="rId16"/>
    <p:sldId id="295" r:id="rId17"/>
    <p:sldId id="264" r:id="rId18"/>
    <p:sldId id="296" r:id="rId19"/>
    <p:sldId id="297" r:id="rId20"/>
    <p:sldId id="265" r:id="rId21"/>
    <p:sldId id="287" r:id="rId22"/>
    <p:sldId id="266" r:id="rId23"/>
    <p:sldId id="288" r:id="rId24"/>
    <p:sldId id="289" r:id="rId25"/>
    <p:sldId id="298" r:id="rId26"/>
    <p:sldId id="268" r:id="rId27"/>
    <p:sldId id="29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4E948-F187-4BC4-ACAE-FBB1ACC0ED8D}" v="23" dt="2026-09-19T10:12:25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l LEDRAPPIER" userId="b0490992c531c3e0" providerId="LiveId" clId="{895FEB92-E106-4D8F-9090-99131D8B917E}"/>
    <pc:docChg chg="undo custSel addSld delSld modSld modShowInfo">
      <pc:chgData name="Abel LEDRAPPIER" userId="b0490992c531c3e0" providerId="LiveId" clId="{895FEB92-E106-4D8F-9090-99131D8B917E}" dt="2026-09-19T10:12:25.523" v="4343"/>
      <pc:docMkLst>
        <pc:docMk/>
      </pc:docMkLst>
      <pc:sldChg chg="addSp delSp modSp mod modTransition setBg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4182382868" sldId="257"/>
        </pc:sldMkLst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4182382868" sldId="257"/>
            <ac:spMk id="2" creationId="{A18C89B3-087E-AAA7-E412-E20031E7347C}"/>
          </ac:spMkLst>
        </pc:spChg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4182382868" sldId="257"/>
            <ac:spMk id="3" creationId="{0BE8B204-CC7D-15A5-C81B-69DE9005EEEF}"/>
          </ac:spMkLst>
        </pc:spChg>
        <pc:spChg chg="add del">
          <ac:chgData name="Abel LEDRAPPIER" userId="b0490992c531c3e0" providerId="LiveId" clId="{895FEB92-E106-4D8F-9090-99131D8B917E}" dt="2026-09-19T08:52:17.101" v="4" actId="26606"/>
          <ac:spMkLst>
            <pc:docMk/>
            <pc:sldMk cId="4182382868" sldId="257"/>
            <ac:spMk id="8" creationId="{C2554CA6-288E-4202-BC52-2E5A8F0C0AED}"/>
          </ac:spMkLst>
        </pc:spChg>
        <pc:spChg chg="add del">
          <ac:chgData name="Abel LEDRAPPIER" userId="b0490992c531c3e0" providerId="LiveId" clId="{895FEB92-E106-4D8F-9090-99131D8B917E}" dt="2026-09-19T08:52:17.101" v="4" actId="26606"/>
          <ac:spMkLst>
            <pc:docMk/>
            <pc:sldMk cId="4182382868" sldId="257"/>
            <ac:spMk id="10" creationId="{B10BB131-AC8E-4A8E-A5D1-36260F720C3B}"/>
          </ac:spMkLst>
        </pc:spChg>
        <pc:spChg chg="add del">
          <ac:chgData name="Abel LEDRAPPIER" userId="b0490992c531c3e0" providerId="LiveId" clId="{895FEB92-E106-4D8F-9090-99131D8B917E}" dt="2026-09-19T08:52:17.101" v="4" actId="26606"/>
          <ac:spMkLst>
            <pc:docMk/>
            <pc:sldMk cId="4182382868" sldId="257"/>
            <ac:spMk id="12" creationId="{5B7778FC-632E-4DCA-A7CB-0D7731CCF970}"/>
          </ac:spMkLst>
        </pc:spChg>
        <pc:spChg chg="add del">
          <ac:chgData name="Abel LEDRAPPIER" userId="b0490992c531c3e0" providerId="LiveId" clId="{895FEB92-E106-4D8F-9090-99131D8B917E}" dt="2026-09-19T08:52:17.101" v="4" actId="26606"/>
          <ac:spMkLst>
            <pc:docMk/>
            <pc:sldMk cId="4182382868" sldId="257"/>
            <ac:spMk id="14" creationId="{FA23A907-97FB-4A8F-880A-DD77401C4296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4182382868" sldId="257"/>
            <ac:picMk id="7" creationId="{3FD1A1D9-87D8-AA22-141B-2D0B3F07DC2E}"/>
          </ac:picMkLst>
        </pc:pic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2356535592" sldId="258"/>
        </pc:sldMkLst>
        <pc:spChg chg="mod">
          <ac:chgData name="Abel LEDRAPPIER" userId="b0490992c531c3e0" providerId="LiveId" clId="{895FEB92-E106-4D8F-9090-99131D8B917E}" dt="2026-09-19T08:56:13.602" v="69" actId="1076"/>
          <ac:spMkLst>
            <pc:docMk/>
            <pc:sldMk cId="2356535592" sldId="258"/>
            <ac:spMk id="2" creationId="{7037E1D3-7B8C-7A12-9AAE-036C291EBB19}"/>
          </ac:spMkLst>
        </pc:spChg>
        <pc:spChg chg="del mod">
          <ac:chgData name="Abel LEDRAPPIER" userId="b0490992c531c3e0" providerId="LiveId" clId="{895FEB92-E106-4D8F-9090-99131D8B917E}" dt="2026-09-19T08:55:27.801" v="25" actId="478"/>
          <ac:spMkLst>
            <pc:docMk/>
            <pc:sldMk cId="2356535592" sldId="258"/>
            <ac:spMk id="3" creationId="{81C8DB55-ED60-80C5-1A39-C86C70BA3E53}"/>
          </ac:spMkLst>
        </pc:spChg>
        <pc:spChg chg="add del mod">
          <ac:chgData name="Abel LEDRAPPIER" userId="b0490992c531c3e0" providerId="LiveId" clId="{895FEB92-E106-4D8F-9090-99131D8B917E}" dt="2026-09-19T08:55:49.058" v="67" actId="478"/>
          <ac:spMkLst>
            <pc:docMk/>
            <pc:sldMk cId="2356535592" sldId="258"/>
            <ac:spMk id="5" creationId="{82B5C12C-2680-38D7-8428-3D3EEF143B80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2356535592" sldId="258"/>
            <ac:picMk id="8" creationId="{52EB713E-6E1D-EA09-C367-AF5702165988}"/>
          </ac:picMkLst>
        </pc:pic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1361361401" sldId="259"/>
        </pc:sldMkLst>
        <pc:spChg chg="mod">
          <ac:chgData name="Abel LEDRAPPIER" userId="b0490992c531c3e0" providerId="LiveId" clId="{895FEB92-E106-4D8F-9090-99131D8B917E}" dt="2026-09-19T08:56:35.216" v="103" actId="1076"/>
          <ac:spMkLst>
            <pc:docMk/>
            <pc:sldMk cId="1361361401" sldId="259"/>
            <ac:spMk id="2" creationId="{92E98113-BF1B-60B9-330C-C69B5CDB5481}"/>
          </ac:spMkLst>
        </pc:spChg>
        <pc:spChg chg="del mod">
          <ac:chgData name="Abel LEDRAPPIER" userId="b0490992c531c3e0" providerId="LiveId" clId="{895FEB92-E106-4D8F-9090-99131D8B917E}" dt="2026-09-19T08:56:29.412" v="101" actId="478"/>
          <ac:spMkLst>
            <pc:docMk/>
            <pc:sldMk cId="1361361401" sldId="259"/>
            <ac:spMk id="3" creationId="{CD7A05BC-F083-4001-03E9-792C1F2F7E5F}"/>
          </ac:spMkLst>
        </pc:spChg>
        <pc:spChg chg="add del mod">
          <ac:chgData name="Abel LEDRAPPIER" userId="b0490992c531c3e0" providerId="LiveId" clId="{895FEB92-E106-4D8F-9090-99131D8B917E}" dt="2026-09-19T08:56:31.813" v="102" actId="478"/>
          <ac:spMkLst>
            <pc:docMk/>
            <pc:sldMk cId="1361361401" sldId="259"/>
            <ac:spMk id="5" creationId="{4F85DC62-F41A-9A5C-FB52-FEBD8D1A5BB0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1361361401" sldId="259"/>
            <ac:picMk id="8" creationId="{00DEF6AD-22FD-2B42-DEA4-98F683CD5E2B}"/>
          </ac:picMkLst>
        </pc:pic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12419348" sldId="260"/>
        </pc:sldMkLst>
        <pc:spChg chg="mod">
          <ac:chgData name="Abel LEDRAPPIER" userId="b0490992c531c3e0" providerId="LiveId" clId="{895FEB92-E106-4D8F-9090-99131D8B917E}" dt="2026-09-19T08:57:19.627" v="148" actId="1076"/>
          <ac:spMkLst>
            <pc:docMk/>
            <pc:sldMk cId="12419348" sldId="260"/>
            <ac:spMk id="2" creationId="{B569B619-EE3D-C02B-3973-81E16A5B91B0}"/>
          </ac:spMkLst>
        </pc:spChg>
        <pc:spChg chg="del mod">
          <ac:chgData name="Abel LEDRAPPIER" userId="b0490992c531c3e0" providerId="LiveId" clId="{895FEB92-E106-4D8F-9090-99131D8B917E}" dt="2026-09-19T08:57:08.729" v="145" actId="478"/>
          <ac:spMkLst>
            <pc:docMk/>
            <pc:sldMk cId="12419348" sldId="260"/>
            <ac:spMk id="3" creationId="{0F9B555B-6C5F-CB75-D1D7-686246AC80BA}"/>
          </ac:spMkLst>
        </pc:spChg>
        <pc:spChg chg="add del mod">
          <ac:chgData name="Abel LEDRAPPIER" userId="b0490992c531c3e0" providerId="LiveId" clId="{895FEB92-E106-4D8F-9090-99131D8B917E}" dt="2026-09-19T08:57:15.845" v="146" actId="478"/>
          <ac:spMkLst>
            <pc:docMk/>
            <pc:sldMk cId="12419348" sldId="260"/>
            <ac:spMk id="5" creationId="{61F98F89-FFF7-E820-F366-AEFA1A48E841}"/>
          </ac:spMkLst>
        </pc:spChg>
        <pc:spChg chg="add del mod">
          <ac:chgData name="Abel LEDRAPPIER" userId="b0490992c531c3e0" providerId="LiveId" clId="{895FEB92-E106-4D8F-9090-99131D8B917E}" dt="2026-09-19T08:57:20.760" v="150"/>
          <ac:spMkLst>
            <pc:docMk/>
            <pc:sldMk cId="12419348" sldId="260"/>
            <ac:spMk id="6" creationId="{C0B227BC-C73B-E596-7E53-35844DE5B4B7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12419348" sldId="260"/>
            <ac:picMk id="9" creationId="{50E7CCF5-A873-F390-453F-5F2D0B7C69FA}"/>
          </ac:picMkLst>
        </pc:picChg>
      </pc:sldChg>
      <pc:sldChg chg="modSp del">
        <pc:chgData name="Abel LEDRAPPIER" userId="b0490992c531c3e0" providerId="LiveId" clId="{895FEB92-E106-4D8F-9090-99131D8B917E}" dt="2026-09-19T08:57:31.679" v="153" actId="47"/>
        <pc:sldMkLst>
          <pc:docMk/>
          <pc:sldMk cId="185598994" sldId="261"/>
        </pc:sldMkLst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185598994" sldId="261"/>
            <ac:spMk id="2" creationId="{529417B0-B926-6C24-F29C-B302A3759B70}"/>
          </ac:spMkLst>
        </pc:spChg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185598994" sldId="261"/>
            <ac:spMk id="3" creationId="{D0622DDB-13BC-DA47-94A2-DA5550627B28}"/>
          </ac:spMkLst>
        </pc:spChg>
      </pc:sldChg>
      <pc:sldChg chg="del">
        <pc:chgData name="Abel LEDRAPPIER" userId="b0490992c531c3e0" providerId="LiveId" clId="{895FEB92-E106-4D8F-9090-99131D8B917E}" dt="2026-09-19T08:58:29.728" v="195" actId="47"/>
        <pc:sldMkLst>
          <pc:docMk/>
          <pc:sldMk cId="3141684351" sldId="262"/>
        </pc:sldMkLst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816625527" sldId="263"/>
        </pc:sldMkLst>
        <pc:spChg chg="mod">
          <ac:chgData name="Abel LEDRAPPIER" userId="b0490992c531c3e0" providerId="LiveId" clId="{895FEB92-E106-4D8F-9090-99131D8B917E}" dt="2026-09-19T09:01:22.997" v="297" actId="26606"/>
          <ac:spMkLst>
            <pc:docMk/>
            <pc:sldMk cId="816625527" sldId="263"/>
            <ac:spMk id="2" creationId="{B915F3A1-5381-6D3F-AFF9-DEF6395F1AB3}"/>
          </ac:spMkLst>
        </pc:spChg>
        <pc:spChg chg="mod">
          <ac:chgData name="Abel LEDRAPPIER" userId="b0490992c531c3e0" providerId="LiveId" clId="{895FEB92-E106-4D8F-9090-99131D8B917E}" dt="2026-09-19T09:01:22.997" v="297" actId="26606"/>
          <ac:spMkLst>
            <pc:docMk/>
            <pc:sldMk cId="816625527" sldId="263"/>
            <ac:spMk id="3" creationId="{577E0B67-5883-DCBE-ADCA-1F4BC6A5A031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816625527" sldId="263"/>
            <ac:picMk id="6" creationId="{912C1C85-05DD-F8F1-CB5E-1ADE195B52D5}"/>
          </ac:picMkLst>
        </pc:pic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841730092" sldId="264"/>
        </pc:sldMkLst>
        <pc:spChg chg="mod">
          <ac:chgData name="Abel LEDRAPPIER" userId="b0490992c531c3e0" providerId="LiveId" clId="{895FEB92-E106-4D8F-9090-99131D8B917E}" dt="2026-09-19T09:02:08.966" v="319" actId="26606"/>
          <ac:spMkLst>
            <pc:docMk/>
            <pc:sldMk cId="841730092" sldId="264"/>
            <ac:spMk id="2" creationId="{F22B59A5-B0A4-9A02-F76D-D19E0DE1CF80}"/>
          </ac:spMkLst>
        </pc:spChg>
        <pc:spChg chg="mod">
          <ac:chgData name="Abel LEDRAPPIER" userId="b0490992c531c3e0" providerId="LiveId" clId="{895FEB92-E106-4D8F-9090-99131D8B917E}" dt="2026-09-19T09:02:08.966" v="319" actId="26606"/>
          <ac:spMkLst>
            <pc:docMk/>
            <pc:sldMk cId="841730092" sldId="264"/>
            <ac:spMk id="3" creationId="{77117C1E-9440-3B1E-1AB3-B935EF33821B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841730092" sldId="264"/>
            <ac:picMk id="6" creationId="{8C42B87F-A865-8310-4C29-B67C286AC721}"/>
          </ac:picMkLst>
        </pc:picChg>
      </pc:sldChg>
      <pc:sldChg chg="addSp delSp modSp mod modTransition modClrScheme modAnim chgLayout">
        <pc:chgData name="Abel LEDRAPPIER" userId="b0490992c531c3e0" providerId="LiveId" clId="{895FEB92-E106-4D8F-9090-99131D8B917E}" dt="2026-09-19T10:12:25.523" v="4343"/>
        <pc:sldMkLst>
          <pc:docMk/>
          <pc:sldMk cId="734262584" sldId="265"/>
        </pc:sldMkLst>
        <pc:spChg chg="mod">
          <ac:chgData name="Abel LEDRAPPIER" userId="b0490992c531c3e0" providerId="LiveId" clId="{895FEB92-E106-4D8F-9090-99131D8B917E}" dt="2026-09-19T09:02:54.063" v="328" actId="26606"/>
          <ac:spMkLst>
            <pc:docMk/>
            <pc:sldMk cId="734262584" sldId="265"/>
            <ac:spMk id="2" creationId="{918DF806-2103-66C3-8868-BD0B764EC928}"/>
          </ac:spMkLst>
        </pc:spChg>
        <pc:spChg chg="mod">
          <ac:chgData name="Abel LEDRAPPIER" userId="b0490992c531c3e0" providerId="LiveId" clId="{895FEB92-E106-4D8F-9090-99131D8B917E}" dt="2026-09-19T09:02:54.063" v="328" actId="26606"/>
          <ac:spMkLst>
            <pc:docMk/>
            <pc:sldMk cId="734262584" sldId="265"/>
            <ac:spMk id="3" creationId="{0EA1D60B-24A0-91FC-B77C-3A3A4ACE8554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734262584" sldId="265"/>
            <ac:picMk id="6" creationId="{4A8213D7-D990-1A26-A1E0-E8832D5C3E9D}"/>
          </ac:picMkLst>
        </pc:pic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2576997329" sldId="266"/>
        </pc:sldMkLst>
        <pc:spChg chg="mod">
          <ac:chgData name="Abel LEDRAPPIER" userId="b0490992c531c3e0" providerId="LiveId" clId="{895FEB92-E106-4D8F-9090-99131D8B917E}" dt="2026-09-19T09:03:01.976" v="330" actId="26606"/>
          <ac:spMkLst>
            <pc:docMk/>
            <pc:sldMk cId="2576997329" sldId="266"/>
            <ac:spMk id="2" creationId="{B7618051-9824-7356-915A-0AF5869D4D75}"/>
          </ac:spMkLst>
        </pc:spChg>
        <pc:spChg chg="mod">
          <ac:chgData name="Abel LEDRAPPIER" userId="b0490992c531c3e0" providerId="LiveId" clId="{895FEB92-E106-4D8F-9090-99131D8B917E}" dt="2026-09-19T09:03:01.976" v="330" actId="26606"/>
          <ac:spMkLst>
            <pc:docMk/>
            <pc:sldMk cId="2576997329" sldId="266"/>
            <ac:spMk id="3" creationId="{93836644-9C9F-5B2F-8B38-24886B7C74A8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2576997329" sldId="266"/>
            <ac:picMk id="6" creationId="{48722929-EBD3-94DD-9E1A-5C232D0A9AE6}"/>
          </ac:picMkLst>
        </pc:picChg>
      </pc:sldChg>
      <pc:sldChg chg="del">
        <pc:chgData name="Abel LEDRAPPIER" userId="b0490992c531c3e0" providerId="LiveId" clId="{895FEB92-E106-4D8F-9090-99131D8B917E}" dt="2026-09-19T09:03:36.348" v="337" actId="47"/>
        <pc:sldMkLst>
          <pc:docMk/>
          <pc:sldMk cId="695804017" sldId="267"/>
        </pc:sldMkLst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3485337732" sldId="268"/>
        </pc:sldMkLst>
        <pc:spChg chg="mod">
          <ac:chgData name="Abel LEDRAPPIER" userId="b0490992c531c3e0" providerId="LiveId" clId="{895FEB92-E106-4D8F-9090-99131D8B917E}" dt="2026-09-19T09:03:54.862" v="340" actId="255"/>
          <ac:spMkLst>
            <pc:docMk/>
            <pc:sldMk cId="3485337732" sldId="268"/>
            <ac:spMk id="2" creationId="{20EC45C1-9A41-AA7F-8ACF-4A2DE147C4EB}"/>
          </ac:spMkLst>
        </pc:spChg>
        <pc:spChg chg="mod">
          <ac:chgData name="Abel LEDRAPPIER" userId="b0490992c531c3e0" providerId="LiveId" clId="{895FEB92-E106-4D8F-9090-99131D8B917E}" dt="2026-09-19T09:04:55.335" v="425" actId="20577"/>
          <ac:spMkLst>
            <pc:docMk/>
            <pc:sldMk cId="3485337732" sldId="268"/>
            <ac:spMk id="3" creationId="{03EDAEF3-4466-4F4E-B38C-301FE21F4C5C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3485337732" sldId="268"/>
            <ac:picMk id="7" creationId="{22791F88-0D89-3CE2-C722-D5CBABCAECEA}"/>
          </ac:picMkLst>
        </pc:picChg>
      </pc:sldChg>
      <pc:sldChg chg="modSp del">
        <pc:chgData name="Abel LEDRAPPIER" userId="b0490992c531c3e0" providerId="LiveId" clId="{895FEB92-E106-4D8F-9090-99131D8B917E}" dt="2026-09-19T09:03:41.562" v="338" actId="47"/>
        <pc:sldMkLst>
          <pc:docMk/>
          <pc:sldMk cId="4001279103" sldId="269"/>
        </pc:sldMkLst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4001279103" sldId="269"/>
            <ac:spMk id="2" creationId="{240FB10F-F711-E9BA-8F69-47A734529873}"/>
          </ac:spMkLst>
        </pc:spChg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4001279103" sldId="269"/>
            <ac:spMk id="3" creationId="{86D50B39-761A-4C78-2BA0-2AFF75636D44}"/>
          </ac:spMkLst>
        </pc:sp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342526928" sldId="272"/>
        </pc:sldMkLst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342526928" sldId="272"/>
            <ac:spMk id="2" creationId="{69AF887E-0EE8-F4FD-51A2-978C61B370D0}"/>
          </ac:spMkLst>
        </pc:spChg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342526928" sldId="272"/>
            <ac:spMk id="3" creationId="{1FC997D0-13D1-1DA0-26AC-8CD9ED60E528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342526928" sldId="272"/>
            <ac:picMk id="10" creationId="{0694ED8F-73A2-E654-109B-97B181856520}"/>
          </ac:picMkLst>
        </pc:picChg>
      </pc:sldChg>
      <pc:sldChg chg="addSp delSp modSp mod modTransition modClrScheme modAnim chgLayout">
        <pc:chgData name="Abel LEDRAPPIER" userId="b0490992c531c3e0" providerId="LiveId" clId="{895FEB92-E106-4D8F-9090-99131D8B917E}" dt="2026-09-19T10:12:25.523" v="4343"/>
        <pc:sldMkLst>
          <pc:docMk/>
          <pc:sldMk cId="1240338345" sldId="273"/>
        </pc:sldMkLst>
        <pc:spChg chg="mod">
          <ac:chgData name="Abel LEDRAPPIER" userId="b0490992c531c3e0" providerId="LiveId" clId="{895FEB92-E106-4D8F-9090-99131D8B917E}" dt="2026-09-19T08:53:48.789" v="18" actId="1076"/>
          <ac:spMkLst>
            <pc:docMk/>
            <pc:sldMk cId="1240338345" sldId="273"/>
            <ac:spMk id="2" creationId="{FEEA216E-294E-125B-FF74-CF0C2989B04F}"/>
          </ac:spMkLst>
        </pc:spChg>
        <pc:spChg chg="add del mod">
          <ac:chgData name="Abel LEDRAPPIER" userId="b0490992c531c3e0" providerId="LiveId" clId="{895FEB92-E106-4D8F-9090-99131D8B917E}" dt="2026-09-19T08:53:41.107" v="15" actId="478"/>
          <ac:spMkLst>
            <pc:docMk/>
            <pc:sldMk cId="1240338345" sldId="273"/>
            <ac:spMk id="7" creationId="{224256F8-E52F-D9BD-02E6-A5A761D851D2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1240338345" sldId="273"/>
            <ac:picMk id="6" creationId="{30259959-91AA-CE9C-2600-6D84B390539D}"/>
          </ac:picMkLst>
        </pc:picChg>
      </pc:sldChg>
      <pc:sldChg chg="modSp del mod modClrScheme chgLayout">
        <pc:chgData name="Abel LEDRAPPIER" userId="b0490992c531c3e0" providerId="LiveId" clId="{895FEB92-E106-4D8F-9090-99131D8B917E}" dt="2026-09-19T08:56:37.701" v="104" actId="47"/>
        <pc:sldMkLst>
          <pc:docMk/>
          <pc:sldMk cId="1973151687" sldId="274"/>
        </pc:sldMkLst>
        <pc:spChg chg="mod">
          <ac:chgData name="Abel LEDRAPPIER" userId="b0490992c531c3e0" providerId="LiveId" clId="{895FEB92-E106-4D8F-9090-99131D8B917E}" dt="2026-09-19T08:54:05.644" v="23" actId="26606"/>
          <ac:spMkLst>
            <pc:docMk/>
            <pc:sldMk cId="1973151687" sldId="274"/>
            <ac:spMk id="2" creationId="{54CB8C2E-814C-4FCA-9E64-CFED6A1246B3}"/>
          </ac:spMkLst>
        </pc:spChg>
        <pc:spChg chg="mod">
          <ac:chgData name="Abel LEDRAPPIER" userId="b0490992c531c3e0" providerId="LiveId" clId="{895FEB92-E106-4D8F-9090-99131D8B917E}" dt="2026-09-19T08:54:05.644" v="23" actId="26606"/>
          <ac:spMkLst>
            <pc:docMk/>
            <pc:sldMk cId="1973151687" sldId="274"/>
            <ac:spMk id="3" creationId="{72DDF85E-4356-D7F0-97C3-569242972E44}"/>
          </ac:spMkLst>
        </pc:spChg>
      </pc:sldChg>
      <pc:sldChg chg="modSp del">
        <pc:chgData name="Abel LEDRAPPIER" userId="b0490992c531c3e0" providerId="LiveId" clId="{895FEB92-E106-4D8F-9090-99131D8B917E}" dt="2026-09-19T08:57:31.679" v="153" actId="47"/>
        <pc:sldMkLst>
          <pc:docMk/>
          <pc:sldMk cId="2795139909" sldId="275"/>
        </pc:sldMkLst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2795139909" sldId="275"/>
            <ac:spMk id="2" creationId="{9E5AC2D7-9067-C58E-C260-E846C8C3F668}"/>
          </ac:spMkLst>
        </pc:spChg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2795139909" sldId="275"/>
            <ac:spMk id="3" creationId="{24EBCCD5-FB7C-F11A-3060-B443896C7E01}"/>
          </ac:spMkLst>
        </pc:spChg>
      </pc:sldChg>
      <pc:sldChg chg="delSp modSp del mod">
        <pc:chgData name="Abel LEDRAPPIER" userId="b0490992c531c3e0" providerId="LiveId" clId="{895FEB92-E106-4D8F-9090-99131D8B917E}" dt="2026-09-19T09:03:19.710" v="333" actId="47"/>
        <pc:sldMkLst>
          <pc:docMk/>
          <pc:sldMk cId="647563250" sldId="276"/>
        </pc:sldMkLst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647563250" sldId="276"/>
            <ac:spMk id="2" creationId="{03786966-1FA0-34F8-56AF-384BC0FABB85}"/>
          </ac:spMkLst>
        </pc:spChg>
        <pc:spChg chg="del mod">
          <ac:chgData name="Abel LEDRAPPIER" userId="b0490992c531c3e0" providerId="LiveId" clId="{895FEB92-E106-4D8F-9090-99131D8B917E}" dt="2026-09-19T09:00:21.232" v="291" actId="478"/>
          <ac:spMkLst>
            <pc:docMk/>
            <pc:sldMk cId="647563250" sldId="276"/>
            <ac:spMk id="3" creationId="{D5B9C708-0D12-47D5-6679-27C882128DE4}"/>
          </ac:spMkLst>
        </pc:spChg>
      </pc:sldChg>
      <pc:sldChg chg="modSp del">
        <pc:chgData name="Abel LEDRAPPIER" userId="b0490992c531c3e0" providerId="LiveId" clId="{895FEB92-E106-4D8F-9090-99131D8B917E}" dt="2026-09-19T08:57:31.679" v="153" actId="47"/>
        <pc:sldMkLst>
          <pc:docMk/>
          <pc:sldMk cId="2556047590" sldId="277"/>
        </pc:sldMkLst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2556047590" sldId="277"/>
            <ac:spMk id="2" creationId="{248662D2-E532-E113-3D2B-DFE78032D681}"/>
          </ac:spMkLst>
        </pc:spChg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2556047590" sldId="277"/>
            <ac:spMk id="3" creationId="{7C08DEBE-70DE-A571-FDE3-3A4692455E31}"/>
          </ac:spMkLst>
        </pc:spChg>
      </pc:sldChg>
      <pc:sldChg chg="modSp del">
        <pc:chgData name="Abel LEDRAPPIER" userId="b0490992c531c3e0" providerId="LiveId" clId="{895FEB92-E106-4D8F-9090-99131D8B917E}" dt="2026-09-19T08:57:31.679" v="153" actId="47"/>
        <pc:sldMkLst>
          <pc:docMk/>
          <pc:sldMk cId="1446902481" sldId="278"/>
        </pc:sldMkLst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1446902481" sldId="278"/>
            <ac:spMk id="2" creationId="{579718B8-FBAD-C87F-5781-BAED6FED91CD}"/>
          </ac:spMkLst>
        </pc:spChg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1446902481" sldId="278"/>
            <ac:spMk id="3" creationId="{2AD2BA43-A78B-BA54-D678-2F9873C6E818}"/>
          </ac:spMkLst>
        </pc:sp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670413901" sldId="279"/>
        </pc:sldMkLst>
        <pc:spChg chg="mod">
          <ac:chgData name="Abel LEDRAPPIER" userId="b0490992c531c3e0" providerId="LiveId" clId="{895FEB92-E106-4D8F-9090-99131D8B917E}" dt="2026-09-19T09:01:26.653" v="298" actId="26606"/>
          <ac:spMkLst>
            <pc:docMk/>
            <pc:sldMk cId="670413901" sldId="279"/>
            <ac:spMk id="2" creationId="{019D2921-156B-5FB6-1AA6-B34646892FAB}"/>
          </ac:spMkLst>
        </pc:spChg>
        <pc:spChg chg="mod">
          <ac:chgData name="Abel LEDRAPPIER" userId="b0490992c531c3e0" providerId="LiveId" clId="{895FEB92-E106-4D8F-9090-99131D8B917E}" dt="2026-09-19T09:01:26.653" v="298" actId="26606"/>
          <ac:spMkLst>
            <pc:docMk/>
            <pc:sldMk cId="670413901" sldId="279"/>
            <ac:spMk id="3" creationId="{180AC98A-77F5-423C-19C5-5D12C9A48C80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670413901" sldId="279"/>
            <ac:picMk id="6" creationId="{5FAE4C7F-A60F-359B-D104-CBC5DCF72B4B}"/>
          </ac:picMkLst>
        </pc:pic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71705187" sldId="281"/>
        </pc:sldMkLst>
        <pc:spChg chg="mod">
          <ac:chgData name="Abel LEDRAPPIER" userId="b0490992c531c3e0" providerId="LiveId" clId="{895FEB92-E106-4D8F-9090-99131D8B917E}" dt="2026-09-19T09:01:29.967" v="299" actId="26606"/>
          <ac:spMkLst>
            <pc:docMk/>
            <pc:sldMk cId="71705187" sldId="281"/>
            <ac:spMk id="2" creationId="{0DEA1694-D566-9A38-8A01-1AD98EF67CA5}"/>
          </ac:spMkLst>
        </pc:spChg>
        <pc:spChg chg="mod">
          <ac:chgData name="Abel LEDRAPPIER" userId="b0490992c531c3e0" providerId="LiveId" clId="{895FEB92-E106-4D8F-9090-99131D8B917E}" dt="2026-09-19T09:01:29.967" v="299" actId="26606"/>
          <ac:spMkLst>
            <pc:docMk/>
            <pc:sldMk cId="71705187" sldId="281"/>
            <ac:spMk id="3" creationId="{DA8C4B4E-AE02-68E6-A4A1-148CC3357AE9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71705187" sldId="281"/>
            <ac:picMk id="6" creationId="{A5920683-6514-733A-3A6F-F42DB1C86083}"/>
          </ac:picMkLst>
        </pc:pic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1954635532" sldId="282"/>
        </pc:sldMkLst>
        <pc:spChg chg="mod">
          <ac:chgData name="Abel LEDRAPPIER" userId="b0490992c531c3e0" providerId="LiveId" clId="{895FEB92-E106-4D8F-9090-99131D8B917E}" dt="2026-09-19T09:01:37.475" v="300" actId="26606"/>
          <ac:spMkLst>
            <pc:docMk/>
            <pc:sldMk cId="1954635532" sldId="282"/>
            <ac:spMk id="2" creationId="{10327AAE-7D32-17F6-5521-C4C3648C1A22}"/>
          </ac:spMkLst>
        </pc:spChg>
        <pc:spChg chg="mod">
          <ac:chgData name="Abel LEDRAPPIER" userId="b0490992c531c3e0" providerId="LiveId" clId="{895FEB92-E106-4D8F-9090-99131D8B917E}" dt="2026-09-19T09:01:37.475" v="300" actId="26606"/>
          <ac:spMkLst>
            <pc:docMk/>
            <pc:sldMk cId="1954635532" sldId="282"/>
            <ac:spMk id="3" creationId="{BBCA7EDF-A5A9-4AA9-B787-411CD7AB57FF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1954635532" sldId="282"/>
            <ac:picMk id="6" creationId="{DEB4C53C-C973-00BC-91D5-7CB90C005DA0}"/>
          </ac:picMkLst>
        </pc:pic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848522677" sldId="283"/>
        </pc:sldMkLst>
        <pc:spChg chg="mod">
          <ac:chgData name="Abel LEDRAPPIER" userId="b0490992c531c3e0" providerId="LiveId" clId="{895FEB92-E106-4D8F-9090-99131D8B917E}" dt="2026-09-19T09:01:41.634" v="301" actId="26606"/>
          <ac:spMkLst>
            <pc:docMk/>
            <pc:sldMk cId="848522677" sldId="283"/>
            <ac:spMk id="2" creationId="{6C57C161-A03D-E6EA-B85F-31EDB3DDADC8}"/>
          </ac:spMkLst>
        </pc:spChg>
        <pc:spChg chg="mod">
          <ac:chgData name="Abel LEDRAPPIER" userId="b0490992c531c3e0" providerId="LiveId" clId="{895FEB92-E106-4D8F-9090-99131D8B917E}" dt="2026-09-19T09:01:41.634" v="301" actId="26606"/>
          <ac:spMkLst>
            <pc:docMk/>
            <pc:sldMk cId="848522677" sldId="283"/>
            <ac:spMk id="3" creationId="{45522838-4855-ED57-3B20-22997DD2B8E3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848522677" sldId="283"/>
            <ac:picMk id="6" creationId="{2AF780BC-96E2-2775-D84F-B87448316CAD}"/>
          </ac:picMkLst>
        </pc:picChg>
      </pc:sldChg>
      <pc:sldChg chg="addSp modSp del mod modClrScheme chgLayout">
        <pc:chgData name="Abel LEDRAPPIER" userId="b0490992c531c3e0" providerId="LiveId" clId="{895FEB92-E106-4D8F-9090-99131D8B917E}" dt="2026-09-19T09:02:05.666" v="318" actId="47"/>
        <pc:sldMkLst>
          <pc:docMk/>
          <pc:sldMk cId="3591784017" sldId="284"/>
        </pc:sldMkLst>
        <pc:spChg chg="mod">
          <ac:chgData name="Abel LEDRAPPIER" userId="b0490992c531c3e0" providerId="LiveId" clId="{895FEB92-E106-4D8F-9090-99131D8B917E}" dt="2026-09-19T09:01:45.206" v="302" actId="26606"/>
          <ac:spMkLst>
            <pc:docMk/>
            <pc:sldMk cId="3591784017" sldId="284"/>
            <ac:spMk id="2" creationId="{5DC0B5C8-ADAD-17F1-1A5B-EE8602E06E7A}"/>
          </ac:spMkLst>
        </pc:spChg>
        <pc:spChg chg="mod">
          <ac:chgData name="Abel LEDRAPPIER" userId="b0490992c531c3e0" providerId="LiveId" clId="{895FEB92-E106-4D8F-9090-99131D8B917E}" dt="2026-09-19T09:01:45.206" v="302" actId="26606"/>
          <ac:spMkLst>
            <pc:docMk/>
            <pc:sldMk cId="3591784017" sldId="284"/>
            <ac:spMk id="3" creationId="{481C9EEB-9DA9-6369-BD18-377BD3DA6B4D}"/>
          </ac:spMkLst>
        </pc:spChg>
        <pc:spChg chg="add mod">
          <ac:chgData name="Abel LEDRAPPIER" userId="b0490992c531c3e0" providerId="LiveId" clId="{895FEB92-E106-4D8F-9090-99131D8B917E}" dt="2026-09-19T09:01:45.206" v="302" actId="26606"/>
          <ac:spMkLst>
            <pc:docMk/>
            <pc:sldMk cId="3591784017" sldId="284"/>
            <ac:spMk id="8" creationId="{23935322-7DF2-AB03-19D5-D14BED40A7C2}"/>
          </ac:spMkLst>
        </pc:spChg>
      </pc:sldChg>
      <pc:sldChg chg="modSp del">
        <pc:chgData name="Abel LEDRAPPIER" userId="b0490992c531c3e0" providerId="LiveId" clId="{895FEB92-E106-4D8F-9090-99131D8B917E}" dt="2026-09-19T09:02:27.643" v="323" actId="47"/>
        <pc:sldMkLst>
          <pc:docMk/>
          <pc:sldMk cId="1691777245" sldId="285"/>
        </pc:sldMkLst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1691777245" sldId="285"/>
            <ac:spMk id="2" creationId="{FCF4B0EB-497C-B9B8-FFB9-0AE4FD6D5003}"/>
          </ac:spMkLst>
        </pc:spChg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1691777245" sldId="285"/>
            <ac:spMk id="3" creationId="{7C2A91C4-F7A2-B7ED-F5CC-8F7EB54DC555}"/>
          </ac:spMkLst>
        </pc:spChg>
      </pc:sldChg>
      <pc:sldChg chg="modSp del">
        <pc:chgData name="Abel LEDRAPPIER" userId="b0490992c531c3e0" providerId="LiveId" clId="{895FEB92-E106-4D8F-9090-99131D8B917E}" dt="2026-09-19T09:02:46.507" v="327" actId="47"/>
        <pc:sldMkLst>
          <pc:docMk/>
          <pc:sldMk cId="3443677288" sldId="286"/>
        </pc:sldMkLst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3443677288" sldId="286"/>
            <ac:spMk id="2" creationId="{D88CB7FB-0AD2-7DAE-1E7E-91606B7E38F0}"/>
          </ac:spMkLst>
        </pc:spChg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3443677288" sldId="286"/>
            <ac:spMk id="3" creationId="{CDE90AF6-BF10-357B-2D3C-E27FF330310D}"/>
          </ac:spMkLst>
        </pc:sp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1420641841" sldId="287"/>
        </pc:sldMkLst>
        <pc:spChg chg="mod">
          <ac:chgData name="Abel LEDRAPPIER" userId="b0490992c531c3e0" providerId="LiveId" clId="{895FEB92-E106-4D8F-9090-99131D8B917E}" dt="2026-09-19T09:02:58.249" v="329" actId="26606"/>
          <ac:spMkLst>
            <pc:docMk/>
            <pc:sldMk cId="1420641841" sldId="287"/>
            <ac:spMk id="2" creationId="{D5B5A5C3-4060-0C03-1608-D887A9CCD643}"/>
          </ac:spMkLst>
        </pc:spChg>
        <pc:spChg chg="mod">
          <ac:chgData name="Abel LEDRAPPIER" userId="b0490992c531c3e0" providerId="LiveId" clId="{895FEB92-E106-4D8F-9090-99131D8B917E}" dt="2026-09-19T09:02:58.249" v="329" actId="26606"/>
          <ac:spMkLst>
            <pc:docMk/>
            <pc:sldMk cId="1420641841" sldId="287"/>
            <ac:spMk id="3" creationId="{BD999B16-8540-B160-4744-604BF18C1B7E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1420641841" sldId="287"/>
            <ac:picMk id="6" creationId="{E7C92B8D-5C65-7F8E-B9E3-2201E5D5C131}"/>
          </ac:picMkLst>
        </pc:pic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2885921389" sldId="288"/>
        </pc:sldMkLst>
        <pc:spChg chg="mod">
          <ac:chgData name="Abel LEDRAPPIER" userId="b0490992c531c3e0" providerId="LiveId" clId="{895FEB92-E106-4D8F-9090-99131D8B917E}" dt="2026-09-19T09:03:05.465" v="331" actId="26606"/>
          <ac:spMkLst>
            <pc:docMk/>
            <pc:sldMk cId="2885921389" sldId="288"/>
            <ac:spMk id="2" creationId="{535FA2A5-F876-D18A-3CB2-EB430648BEBF}"/>
          </ac:spMkLst>
        </pc:spChg>
        <pc:spChg chg="mod">
          <ac:chgData name="Abel LEDRAPPIER" userId="b0490992c531c3e0" providerId="LiveId" clId="{895FEB92-E106-4D8F-9090-99131D8B917E}" dt="2026-09-19T09:03:05.465" v="331" actId="26606"/>
          <ac:spMkLst>
            <pc:docMk/>
            <pc:sldMk cId="2885921389" sldId="288"/>
            <ac:spMk id="3" creationId="{E1DF0CB5-E753-68DC-ED9F-9C6C114D5E41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2885921389" sldId="288"/>
            <ac:picMk id="6" creationId="{8906EBC7-82C3-E8BC-E05A-637C32BA2B7E}"/>
          </ac:picMkLst>
        </pc:picChg>
      </pc:sldChg>
      <pc:sldChg chg="addSp delSp modSp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92430903" sldId="289"/>
        </pc:sldMkLst>
        <pc:spChg chg="mod">
          <ac:chgData name="Abel LEDRAPPIER" userId="b0490992c531c3e0" providerId="LiveId" clId="{895FEB92-E106-4D8F-9090-99131D8B917E}" dt="2026-09-19T09:03:09.747" v="332" actId="26606"/>
          <ac:spMkLst>
            <pc:docMk/>
            <pc:sldMk cId="92430903" sldId="289"/>
            <ac:spMk id="2" creationId="{095B116D-D17E-3BC2-1ED7-1F302F8E0F53}"/>
          </ac:spMkLst>
        </pc:spChg>
        <pc:spChg chg="mod">
          <ac:chgData name="Abel LEDRAPPIER" userId="b0490992c531c3e0" providerId="LiveId" clId="{895FEB92-E106-4D8F-9090-99131D8B917E}" dt="2026-09-19T09:03:09.747" v="332" actId="26606"/>
          <ac:spMkLst>
            <pc:docMk/>
            <pc:sldMk cId="92430903" sldId="289"/>
            <ac:spMk id="3" creationId="{503CDBDB-34FD-3D20-F1E9-C0AC14757B4B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92430903" sldId="289"/>
            <ac:picMk id="6" creationId="{0FFFD938-F158-9089-AFA9-F973F9FA5757}"/>
          </ac:picMkLst>
        </pc:picChg>
      </pc:sldChg>
      <pc:sldChg chg="modSp del">
        <pc:chgData name="Abel LEDRAPPIER" userId="b0490992c531c3e0" providerId="LiveId" clId="{895FEB92-E106-4D8F-9090-99131D8B917E}" dt="2026-09-19T09:05:07.266" v="436" actId="47"/>
        <pc:sldMkLst>
          <pc:docMk/>
          <pc:sldMk cId="3426770476" sldId="290"/>
        </pc:sldMkLst>
        <pc:spChg chg="mod">
          <ac:chgData name="Abel LEDRAPPIER" userId="b0490992c531c3e0" providerId="LiveId" clId="{895FEB92-E106-4D8F-9090-99131D8B917E}" dt="2026-09-19T08:53:13.917" v="13"/>
          <ac:spMkLst>
            <pc:docMk/>
            <pc:sldMk cId="3426770476" sldId="290"/>
            <ac:spMk id="2" creationId="{B229D47D-EE92-6410-5E0F-43BEF15EB73F}"/>
          </ac:spMkLst>
        </pc:spChg>
      </pc:sldChg>
      <pc:sldChg chg="addSp delSp modSp add mod modTransition modAnim modNotesTx">
        <pc:chgData name="Abel LEDRAPPIER" userId="b0490992c531c3e0" providerId="LiveId" clId="{895FEB92-E106-4D8F-9090-99131D8B917E}" dt="2026-09-19T10:12:25.523" v="4343"/>
        <pc:sldMkLst>
          <pc:docMk/>
          <pc:sldMk cId="526043191" sldId="291"/>
        </pc:sldMkLst>
        <pc:spChg chg="mod">
          <ac:chgData name="Abel LEDRAPPIER" userId="b0490992c531c3e0" providerId="LiveId" clId="{895FEB92-E106-4D8F-9090-99131D8B917E}" dt="2026-09-19T08:57:43.570" v="172" actId="20577"/>
          <ac:spMkLst>
            <pc:docMk/>
            <pc:sldMk cId="526043191" sldId="291"/>
            <ac:spMk id="2" creationId="{C003B2D9-76CC-D3E3-228E-799E4EB25260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526043191" sldId="291"/>
            <ac:picMk id="5" creationId="{C532AC9D-5906-3C45-7C9D-105ED95F197A}"/>
          </ac:picMkLst>
        </pc:picChg>
      </pc:sldChg>
      <pc:sldChg chg="addSp delSp modSp add mod modTransition modAnim modNotesTx">
        <pc:chgData name="Abel LEDRAPPIER" userId="b0490992c531c3e0" providerId="LiveId" clId="{895FEB92-E106-4D8F-9090-99131D8B917E}" dt="2026-09-19T10:12:25.523" v="4343"/>
        <pc:sldMkLst>
          <pc:docMk/>
          <pc:sldMk cId="1942810267" sldId="292"/>
        </pc:sldMkLst>
        <pc:spChg chg="mod">
          <ac:chgData name="Abel LEDRAPPIER" userId="b0490992c531c3e0" providerId="LiveId" clId="{895FEB92-E106-4D8F-9090-99131D8B917E}" dt="2026-09-19T08:57:54.526" v="192" actId="20577"/>
          <ac:spMkLst>
            <pc:docMk/>
            <pc:sldMk cId="1942810267" sldId="292"/>
            <ac:spMk id="2" creationId="{50E1EEAC-0A15-5D2A-E94D-5EE20FB1B79E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1942810267" sldId="292"/>
            <ac:picMk id="5" creationId="{3577267F-3075-2DC2-781D-3EBF811D942A}"/>
          </ac:picMkLst>
        </pc:picChg>
      </pc:sldChg>
      <pc:sldChg chg="addSp delSp modSp add mod modTransition modAnim">
        <pc:chgData name="Abel LEDRAPPIER" userId="b0490992c531c3e0" providerId="LiveId" clId="{895FEB92-E106-4D8F-9090-99131D8B917E}" dt="2026-09-19T10:12:25.523" v="4343"/>
        <pc:sldMkLst>
          <pc:docMk/>
          <pc:sldMk cId="1603997518" sldId="293"/>
        </pc:sldMkLst>
        <pc:spChg chg="mod">
          <ac:chgData name="Abel LEDRAPPIER" userId="b0490992c531c3e0" providerId="LiveId" clId="{895FEB92-E106-4D8F-9090-99131D8B917E}" dt="2026-09-19T08:59:08.964" v="215" actId="27636"/>
          <ac:spMkLst>
            <pc:docMk/>
            <pc:sldMk cId="1603997518" sldId="293"/>
            <ac:spMk id="2" creationId="{CD42E232-DDEC-9362-9984-42B300A01BAF}"/>
          </ac:spMkLst>
        </pc:spChg>
        <pc:spChg chg="add mod">
          <ac:chgData name="Abel LEDRAPPIER" userId="b0490992c531c3e0" providerId="LiveId" clId="{895FEB92-E106-4D8F-9090-99131D8B917E}" dt="2026-09-19T09:00:03.162" v="289" actId="122"/>
          <ac:spMkLst>
            <pc:docMk/>
            <pc:sldMk cId="1603997518" sldId="293"/>
            <ac:spMk id="3" creationId="{6D1A3CE3-4C26-5F52-9CB8-C0CF3AFC46DF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1603997518" sldId="293"/>
            <ac:picMk id="6" creationId="{8974C48E-C059-40B5-FA19-219AD23FCC95}"/>
          </ac:picMkLst>
        </pc:picChg>
      </pc:sldChg>
      <pc:sldChg chg="addSp delSp modSp add mod modTransition modClrScheme modAnim chgLayout modNotesTx">
        <pc:chgData name="Abel LEDRAPPIER" userId="b0490992c531c3e0" providerId="LiveId" clId="{895FEB92-E106-4D8F-9090-99131D8B917E}" dt="2026-09-19T10:12:25.523" v="4343"/>
        <pc:sldMkLst>
          <pc:docMk/>
          <pc:sldMk cId="1950283796" sldId="294"/>
        </pc:sldMkLst>
        <pc:spChg chg="mod">
          <ac:chgData name="Abel LEDRAPPIER" userId="b0490992c531c3e0" providerId="LiveId" clId="{895FEB92-E106-4D8F-9090-99131D8B917E}" dt="2026-09-19T09:01:19.599" v="296" actId="1076"/>
          <ac:spMkLst>
            <pc:docMk/>
            <pc:sldMk cId="1950283796" sldId="294"/>
            <ac:spMk id="2" creationId="{8EF51976-6978-8D6C-97E9-7A3155F50607}"/>
          </ac:spMkLst>
        </pc:spChg>
        <pc:spChg chg="add del mod">
          <ac:chgData name="Abel LEDRAPPIER" userId="b0490992c531c3e0" providerId="LiveId" clId="{895FEB92-E106-4D8F-9090-99131D8B917E}" dt="2026-09-19T09:01:16.693" v="295" actId="478"/>
          <ac:spMkLst>
            <pc:docMk/>
            <pc:sldMk cId="1950283796" sldId="294"/>
            <ac:spMk id="7" creationId="{4989311F-CDD3-0CE4-6942-7120B1B3BE84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1950283796" sldId="294"/>
            <ac:picMk id="5" creationId="{CEA9B6EB-F395-A427-F0B6-68FC6F465CED}"/>
          </ac:picMkLst>
        </pc:picChg>
      </pc:sldChg>
      <pc:sldChg chg="add del">
        <pc:chgData name="Abel LEDRAPPIER" userId="b0490992c531c3e0" providerId="LiveId" clId="{895FEB92-E106-4D8F-9090-99131D8B917E}" dt="2026-09-19T08:58:45.547" v="197" actId="47"/>
        <pc:sldMkLst>
          <pc:docMk/>
          <pc:sldMk cId="2136862940" sldId="294"/>
        </pc:sldMkLst>
      </pc:sldChg>
      <pc:sldChg chg="addSp delSp modSp add mod modTransition modAnim modNotesTx">
        <pc:chgData name="Abel LEDRAPPIER" userId="b0490992c531c3e0" providerId="LiveId" clId="{895FEB92-E106-4D8F-9090-99131D8B917E}" dt="2026-09-19T10:12:25.523" v="4343"/>
        <pc:sldMkLst>
          <pc:docMk/>
          <pc:sldMk cId="352186512" sldId="295"/>
        </pc:sldMkLst>
        <pc:spChg chg="mod">
          <ac:chgData name="Abel LEDRAPPIER" userId="b0490992c531c3e0" providerId="LiveId" clId="{895FEB92-E106-4D8F-9090-99131D8B917E}" dt="2026-09-19T09:02:03.887" v="317" actId="20577"/>
          <ac:spMkLst>
            <pc:docMk/>
            <pc:sldMk cId="352186512" sldId="295"/>
            <ac:spMk id="3" creationId="{CB3CFFF5-3191-30D9-6C65-5D8C30CCC2A6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352186512" sldId="295"/>
            <ac:picMk id="6" creationId="{772EF583-2D83-1A82-3A97-53D21A61D9FB}"/>
          </ac:picMkLst>
        </pc:picChg>
      </pc:sldChg>
      <pc:sldChg chg="addSp delSp modSp add mod modTransition modAnim">
        <pc:chgData name="Abel LEDRAPPIER" userId="b0490992c531c3e0" providerId="LiveId" clId="{895FEB92-E106-4D8F-9090-99131D8B917E}" dt="2026-09-19T10:12:25.523" v="4343"/>
        <pc:sldMkLst>
          <pc:docMk/>
          <pc:sldMk cId="158684627" sldId="296"/>
        </pc:sldMkLst>
        <pc:spChg chg="mod">
          <ac:chgData name="Abel LEDRAPPIER" userId="b0490992c531c3e0" providerId="LiveId" clId="{895FEB92-E106-4D8F-9090-99131D8B917E}" dt="2026-09-19T09:02:23.647" v="322"/>
          <ac:spMkLst>
            <pc:docMk/>
            <pc:sldMk cId="158684627" sldId="296"/>
            <ac:spMk id="3" creationId="{861F8BA5-3A11-0BBB-2C9E-800598393796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158684627" sldId="296"/>
            <ac:picMk id="6" creationId="{1248CEC2-B249-8305-1FB2-4AA5884C39F2}"/>
          </ac:picMkLst>
        </pc:picChg>
      </pc:sldChg>
      <pc:sldChg chg="addSp delSp modSp add mod modTransition modAnim modNotesTx">
        <pc:chgData name="Abel LEDRAPPIER" userId="b0490992c531c3e0" providerId="LiveId" clId="{895FEB92-E106-4D8F-9090-99131D8B917E}" dt="2026-09-19T10:12:25.523" v="4343"/>
        <pc:sldMkLst>
          <pc:docMk/>
          <pc:sldMk cId="3745753179" sldId="297"/>
        </pc:sldMkLst>
        <pc:spChg chg="mod">
          <ac:chgData name="Abel LEDRAPPIER" userId="b0490992c531c3e0" providerId="LiveId" clId="{895FEB92-E106-4D8F-9090-99131D8B917E}" dt="2026-09-19T09:02:43.585" v="326"/>
          <ac:spMkLst>
            <pc:docMk/>
            <pc:sldMk cId="3745753179" sldId="297"/>
            <ac:spMk id="3" creationId="{C66669DD-3BCB-DF40-530A-A447EBFE76E0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3745753179" sldId="297"/>
            <ac:picMk id="6" creationId="{3DDA4C54-A937-F557-5ED1-35328D924C67}"/>
          </ac:picMkLst>
        </pc:picChg>
      </pc:sldChg>
      <pc:sldChg chg="addSp delSp modSp add mod modTransition modAnim">
        <pc:chgData name="Abel LEDRAPPIER" userId="b0490992c531c3e0" providerId="LiveId" clId="{895FEB92-E106-4D8F-9090-99131D8B917E}" dt="2026-09-19T10:12:25.523" v="4343"/>
        <pc:sldMkLst>
          <pc:docMk/>
          <pc:sldMk cId="3919699730" sldId="298"/>
        </pc:sldMkLst>
        <pc:spChg chg="mod">
          <ac:chgData name="Abel LEDRAPPIER" userId="b0490992c531c3e0" providerId="LiveId" clId="{895FEB92-E106-4D8F-9090-99131D8B917E}" dt="2026-09-19T09:03:30.483" v="335"/>
          <ac:spMkLst>
            <pc:docMk/>
            <pc:sldMk cId="3919699730" sldId="298"/>
            <ac:spMk id="2" creationId="{603E4540-EEF1-4937-5BA2-418AAC55E103}"/>
          </ac:spMkLst>
        </pc:spChg>
        <pc:spChg chg="del">
          <ac:chgData name="Abel LEDRAPPIER" userId="b0490992c531c3e0" providerId="LiveId" clId="{895FEB92-E106-4D8F-9090-99131D8B917E}" dt="2026-09-19T09:03:33.814" v="336" actId="478"/>
          <ac:spMkLst>
            <pc:docMk/>
            <pc:sldMk cId="3919699730" sldId="298"/>
            <ac:spMk id="3" creationId="{8A47E2E4-BC91-FDE8-FFB9-187DBF1FA59E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3919699730" sldId="298"/>
            <ac:picMk id="7" creationId="{0D0EB6EA-4AE8-C371-74F3-D04AAE692E47}"/>
          </ac:picMkLst>
        </pc:picChg>
      </pc:sldChg>
      <pc:sldChg chg="addSp delSp modSp add mod modTransition modAnim">
        <pc:chgData name="Abel LEDRAPPIER" userId="b0490992c531c3e0" providerId="LiveId" clId="{895FEB92-E106-4D8F-9090-99131D8B917E}" dt="2026-09-19T10:12:25.523" v="4343"/>
        <pc:sldMkLst>
          <pc:docMk/>
          <pc:sldMk cId="1925388292" sldId="299"/>
        </pc:sldMkLst>
        <pc:spChg chg="mod">
          <ac:chgData name="Abel LEDRAPPIER" userId="b0490992c531c3e0" providerId="LiveId" clId="{895FEB92-E106-4D8F-9090-99131D8B917E}" dt="2026-09-19T09:05:05.385" v="435" actId="20577"/>
          <ac:spMkLst>
            <pc:docMk/>
            <pc:sldMk cId="1925388292" sldId="299"/>
            <ac:spMk id="2" creationId="{5F0DFDD5-CF68-9825-4A3F-DD121CF298AB}"/>
          </ac:spMkLst>
        </pc:spChg>
        <pc:picChg chg="add del mod">
          <ac:chgData name="Abel LEDRAPPIER" userId="b0490992c531c3e0" providerId="LiveId" clId="{895FEB92-E106-4D8F-9090-99131D8B917E}" dt="2026-09-19T10:12:25.523" v="4343"/>
          <ac:picMkLst>
            <pc:docMk/>
            <pc:sldMk cId="1925388292" sldId="299"/>
            <ac:picMk id="7" creationId="{7F895B15-00BA-3907-582B-6B0847EAE6C6}"/>
          </ac:picMkLst>
        </pc:picChg>
      </pc:sldChg>
      <pc:sldMasterChg chg="delSldLayout">
        <pc:chgData name="Abel LEDRAPPIER" userId="b0490992c531c3e0" providerId="LiveId" clId="{895FEB92-E106-4D8F-9090-99131D8B917E}" dt="2026-09-19T09:05:07.266" v="436" actId="47"/>
        <pc:sldMasterMkLst>
          <pc:docMk/>
          <pc:sldMasterMk cId="4094920183" sldId="2147483719"/>
        </pc:sldMasterMkLst>
        <pc:sldLayoutChg chg="del">
          <pc:chgData name="Abel LEDRAPPIER" userId="b0490992c531c3e0" providerId="LiveId" clId="{895FEB92-E106-4D8F-9090-99131D8B917E}" dt="2026-09-19T09:05:07.266" v="436" actId="47"/>
          <pc:sldLayoutMkLst>
            <pc:docMk/>
            <pc:sldMasterMk cId="4094920183" sldId="2147483719"/>
            <pc:sldLayoutMk cId="2329147230" sldId="214748374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729D1-732D-4126-BF38-DF206249FB3A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75FEC-A7CA-4C43-81BC-52667A74084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5161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4788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For </a:t>
            </a:r>
            <a:r>
              <a:rPr lang="fr-FR" dirty="0" err="1"/>
              <a:t>this</a:t>
            </a:r>
            <a:r>
              <a:rPr lang="fr-FR" dirty="0"/>
              <a:t> first </a:t>
            </a:r>
            <a:r>
              <a:rPr lang="fr-FR" dirty="0" err="1"/>
              <a:t>assignment</a:t>
            </a:r>
            <a:r>
              <a:rPr lang="fr-FR" dirty="0"/>
              <a:t>, 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present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5 </a:t>
            </a:r>
            <a:r>
              <a:rPr lang="fr-FR" dirty="0" err="1"/>
              <a:t>tips</a:t>
            </a:r>
            <a:r>
              <a:rPr lang="fr-FR" dirty="0"/>
              <a:t> for a good </a:t>
            </a:r>
            <a:r>
              <a:rPr lang="fr-FR" dirty="0" err="1"/>
              <a:t>presentation</a:t>
            </a:r>
            <a:r>
              <a:rPr lang="fr-FR" dirty="0"/>
              <a:t>, </a:t>
            </a:r>
            <a:r>
              <a:rPr lang="fr-FR" dirty="0" err="1"/>
              <a:t>secondly</a:t>
            </a:r>
            <a:r>
              <a:rPr lang="fr-FR" dirty="0"/>
              <a:t> a </a:t>
            </a:r>
            <a:r>
              <a:rPr lang="fr-FR" dirty="0" err="1"/>
              <a:t>mathod</a:t>
            </a:r>
            <a:r>
              <a:rPr lang="fr-FR" dirty="0"/>
              <a:t> on how to </a:t>
            </a:r>
            <a:r>
              <a:rPr lang="fr-FR" dirty="0" err="1"/>
              <a:t>read</a:t>
            </a:r>
            <a:r>
              <a:rPr lang="fr-FR" dirty="0"/>
              <a:t> a </a:t>
            </a:r>
            <a:r>
              <a:rPr lang="fr-FR" dirty="0" err="1"/>
              <a:t>paper</a:t>
            </a:r>
            <a:r>
              <a:rPr lang="fr-FR" dirty="0"/>
              <a:t> and </a:t>
            </a:r>
            <a:r>
              <a:rPr lang="fr-FR" dirty="0" err="1"/>
              <a:t>finally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proposal</a:t>
            </a:r>
            <a:r>
              <a:rPr lang="fr-FR" dirty="0"/>
              <a:t> for the finals.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266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primary</a:t>
            </a:r>
            <a:r>
              <a:rPr lang="fr-FR" dirty="0"/>
              <a:t> goal </a:t>
            </a:r>
            <a:r>
              <a:rPr lang="fr-FR" dirty="0" err="1"/>
              <a:t>is</a:t>
            </a:r>
            <a:r>
              <a:rPr lang="fr-FR" dirty="0"/>
              <a:t> to have </a:t>
            </a:r>
            <a:r>
              <a:rPr lang="fr-FR" dirty="0" err="1"/>
              <a:t>your</a:t>
            </a:r>
            <a:r>
              <a:rPr lang="fr-FR" dirty="0"/>
              <a:t> audience </a:t>
            </a:r>
            <a:r>
              <a:rPr lang="fr-FR" dirty="0" err="1"/>
              <a:t>focused</a:t>
            </a:r>
            <a:r>
              <a:rPr lang="fr-FR" dirty="0"/>
              <a:t> on the speaker, not </a:t>
            </a:r>
            <a:r>
              <a:rPr lang="fr-FR" dirty="0" err="1"/>
              <a:t>distracted</a:t>
            </a:r>
            <a:r>
              <a:rPr lang="fr-FR" dirty="0"/>
              <a:t> by the slides, </a:t>
            </a: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avoid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</a:t>
            </a:r>
            <a:r>
              <a:rPr lang="fr-FR" dirty="0" err="1"/>
              <a:t>templates</a:t>
            </a:r>
            <a:r>
              <a:rPr lang="fr-FR" dirty="0"/>
              <a:t>, and </a:t>
            </a:r>
            <a:r>
              <a:rPr lang="fr-FR" dirty="0" err="1"/>
              <a:t>don’t</a:t>
            </a:r>
            <a:r>
              <a:rPr lang="fr-FR" dirty="0"/>
              <a:t> </a:t>
            </a:r>
            <a:r>
              <a:rPr lang="fr-FR" dirty="0" err="1"/>
              <a:t>hesitate</a:t>
            </a:r>
            <a:r>
              <a:rPr lang="fr-FR" dirty="0"/>
              <a:t> to start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blank</a:t>
            </a:r>
            <a:r>
              <a:rPr lang="fr-FR" dirty="0"/>
              <a:t> </a:t>
            </a:r>
            <a:r>
              <a:rPr lang="fr-FR" dirty="0" err="1"/>
              <a:t>canvas</a:t>
            </a:r>
            <a:r>
              <a:rPr lang="fr-FR" dirty="0"/>
              <a:t> to </a:t>
            </a:r>
            <a:r>
              <a:rPr lang="fr-FR" dirty="0" err="1"/>
              <a:t>ensure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slides </a:t>
            </a:r>
            <a:r>
              <a:rPr lang="fr-FR" dirty="0" err="1"/>
              <a:t>stay</a:t>
            </a:r>
            <a:r>
              <a:rPr lang="fr-FR" dirty="0"/>
              <a:t> minimal.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7574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You 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reduce</a:t>
            </a:r>
            <a:r>
              <a:rPr lang="fr-FR" dirty="0"/>
              <a:t> the cognitive </a:t>
            </a:r>
            <a:r>
              <a:rPr lang="fr-FR" dirty="0" err="1"/>
              <a:t>load</a:t>
            </a:r>
            <a:r>
              <a:rPr lang="fr-FR" dirty="0"/>
              <a:t> for </a:t>
            </a:r>
            <a:r>
              <a:rPr lang="fr-FR" dirty="0" err="1"/>
              <a:t>your</a:t>
            </a:r>
            <a:r>
              <a:rPr lang="fr-FR" dirty="0"/>
              <a:t> audience, </a:t>
            </a: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don’t</a:t>
            </a:r>
            <a:r>
              <a:rPr lang="fr-FR" dirty="0"/>
              <a:t> put to </a:t>
            </a:r>
            <a:r>
              <a:rPr lang="fr-FR" dirty="0" err="1"/>
              <a:t>much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in </a:t>
            </a:r>
            <a:r>
              <a:rPr lang="fr-FR" dirty="0" err="1"/>
              <a:t>your</a:t>
            </a:r>
            <a:r>
              <a:rPr lang="fr-FR" dirty="0"/>
              <a:t> slides, or </a:t>
            </a:r>
            <a:r>
              <a:rPr lang="fr-FR" dirty="0" err="1"/>
              <a:t>else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and stop </a:t>
            </a:r>
            <a:r>
              <a:rPr lang="fr-FR" dirty="0" err="1"/>
              <a:t>listening</a:t>
            </a:r>
            <a:r>
              <a:rPr lang="fr-FR" dirty="0"/>
              <a:t> to </a:t>
            </a:r>
            <a:r>
              <a:rPr lang="fr-FR" dirty="0" err="1"/>
              <a:t>you</a:t>
            </a:r>
            <a:r>
              <a:rPr lang="fr-FR" dirty="0"/>
              <a:t>. You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limit</a:t>
            </a:r>
            <a:r>
              <a:rPr lang="fr-FR" dirty="0"/>
              <a:t> slide </a:t>
            </a:r>
            <a:r>
              <a:rPr lang="fr-FR" dirty="0" err="1"/>
              <a:t>text</a:t>
            </a:r>
            <a:r>
              <a:rPr lang="fr-FR" dirty="0"/>
              <a:t> to concise keywords or phrases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audience to </a:t>
            </a:r>
            <a:r>
              <a:rPr lang="fr-FR" dirty="0" err="1"/>
              <a:t>remember</a:t>
            </a:r>
            <a:r>
              <a:rPr lang="fr-FR" dirty="0"/>
              <a:t>, use large </a:t>
            </a:r>
            <a:r>
              <a:rPr lang="fr-FR" dirty="0" err="1"/>
              <a:t>claer</a:t>
            </a:r>
            <a:r>
              <a:rPr lang="fr-FR" dirty="0"/>
              <a:t> fonts for </a:t>
            </a:r>
            <a:r>
              <a:rPr lang="fr-FR" dirty="0" err="1"/>
              <a:t>your</a:t>
            </a:r>
            <a:r>
              <a:rPr lang="fr-FR" dirty="0"/>
              <a:t> audience far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slides, and have </a:t>
            </a:r>
            <a:r>
              <a:rPr lang="fr-FR" dirty="0" err="1"/>
              <a:t>only</a:t>
            </a:r>
            <a:r>
              <a:rPr lang="fr-FR" dirty="0"/>
              <a:t> one </a:t>
            </a:r>
            <a:r>
              <a:rPr lang="fr-FR" dirty="0" err="1"/>
              <a:t>bullet</a:t>
            </a:r>
            <a:r>
              <a:rPr lang="fr-FR" dirty="0"/>
              <a:t> point per slides, </a:t>
            </a:r>
            <a:r>
              <a:rPr lang="fr-FR" dirty="0" err="1"/>
              <a:t>so</a:t>
            </a:r>
            <a:r>
              <a:rPr lang="fr-FR" dirty="0"/>
              <a:t> the audience </a:t>
            </a:r>
            <a:r>
              <a:rPr lang="fr-FR" dirty="0" err="1"/>
              <a:t>doesn’t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the </a:t>
            </a:r>
            <a:r>
              <a:rPr lang="fr-FR" dirty="0" err="1"/>
              <a:t>ones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not </a:t>
            </a:r>
            <a:r>
              <a:rPr lang="fr-FR" dirty="0" err="1"/>
              <a:t>talking</a:t>
            </a:r>
            <a:r>
              <a:rPr lang="fr-FR" dirty="0"/>
              <a:t> 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567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If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use photos in </a:t>
            </a:r>
            <a:r>
              <a:rPr lang="fr-FR" dirty="0" err="1"/>
              <a:t>your</a:t>
            </a:r>
            <a:r>
              <a:rPr lang="fr-FR" dirty="0"/>
              <a:t> slides, </a:t>
            </a:r>
            <a:r>
              <a:rPr lang="fr-FR" dirty="0" err="1"/>
              <a:t>make</a:t>
            </a:r>
            <a:r>
              <a:rPr lang="fr-FR" dirty="0"/>
              <a:t> sure </a:t>
            </a:r>
            <a:r>
              <a:rPr lang="fr-FR" dirty="0" err="1"/>
              <a:t>they’re</a:t>
            </a:r>
            <a:r>
              <a:rPr lang="fr-FR" dirty="0"/>
              <a:t> </a:t>
            </a:r>
            <a:r>
              <a:rPr lang="fr-FR" dirty="0" err="1"/>
              <a:t>highe</a:t>
            </a:r>
            <a:r>
              <a:rPr lang="fr-FR" dirty="0"/>
              <a:t> </a:t>
            </a:r>
            <a:r>
              <a:rPr lang="fr-FR" dirty="0" err="1"/>
              <a:t>quality</a:t>
            </a:r>
            <a:r>
              <a:rPr lang="fr-FR" dirty="0"/>
              <a:t>, </a:t>
            </a:r>
            <a:r>
              <a:rPr lang="fr-FR" dirty="0" err="1"/>
              <a:t>they</a:t>
            </a:r>
            <a:r>
              <a:rPr lang="fr-FR" dirty="0"/>
              <a:t> use all of the </a:t>
            </a:r>
            <a:r>
              <a:rPr lang="fr-FR" dirty="0" err="1"/>
              <a:t>space</a:t>
            </a:r>
            <a:r>
              <a:rPr lang="fr-FR" dirty="0"/>
              <a:t> </a:t>
            </a:r>
            <a:r>
              <a:rPr lang="fr-FR" dirty="0" err="1"/>
              <a:t>offered</a:t>
            </a:r>
            <a:r>
              <a:rPr lang="fr-FR" dirty="0"/>
              <a:t> in the slide (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stratched</a:t>
            </a:r>
            <a:r>
              <a:rPr lang="fr-FR" dirty="0"/>
              <a:t> </a:t>
            </a:r>
            <a:r>
              <a:rPr lang="fr-FR" dirty="0" err="1"/>
              <a:t>edge</a:t>
            </a:r>
            <a:r>
              <a:rPr lang="fr-FR" dirty="0"/>
              <a:t> to </a:t>
            </a:r>
            <a:r>
              <a:rPr lang="fr-FR" dirty="0" err="1"/>
              <a:t>edge</a:t>
            </a:r>
            <a:r>
              <a:rPr lang="fr-FR" dirty="0"/>
              <a:t>), and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use </a:t>
            </a:r>
            <a:r>
              <a:rPr lang="fr-FR" dirty="0" err="1"/>
              <a:t>ptohos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are </a:t>
            </a:r>
            <a:r>
              <a:rPr lang="fr-FR" dirty="0" err="1"/>
              <a:t>authorised</a:t>
            </a:r>
            <a:r>
              <a:rPr lang="fr-FR" dirty="0"/>
              <a:t> to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148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standards charts use to </a:t>
            </a:r>
            <a:r>
              <a:rPr lang="fr-FR" dirty="0" err="1"/>
              <a:t>many</a:t>
            </a:r>
            <a:r>
              <a:rPr lang="fr-FR" dirty="0"/>
              <a:t> informations and </a:t>
            </a:r>
            <a:r>
              <a:rPr lang="fr-FR" dirty="0" err="1"/>
              <a:t>details</a:t>
            </a:r>
            <a:r>
              <a:rPr lang="fr-FR" dirty="0"/>
              <a:t> , </a:t>
            </a:r>
            <a:r>
              <a:rPr lang="fr-FR" dirty="0" err="1"/>
              <a:t>sometimes</a:t>
            </a:r>
            <a:r>
              <a:rPr lang="fr-FR" dirty="0"/>
              <a:t> in a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little</a:t>
            </a:r>
            <a:r>
              <a:rPr lang="fr-FR" dirty="0"/>
              <a:t> font, </a:t>
            </a:r>
            <a:r>
              <a:rPr lang="fr-FR" dirty="0" err="1"/>
              <a:t>so</a:t>
            </a:r>
            <a:r>
              <a:rPr lang="fr-FR" dirty="0"/>
              <a:t> the audience </a:t>
            </a:r>
            <a:r>
              <a:rPr lang="fr-FR" dirty="0" err="1"/>
              <a:t>will</a:t>
            </a:r>
            <a:r>
              <a:rPr lang="fr-FR" dirty="0"/>
              <a:t> have an </a:t>
            </a:r>
            <a:r>
              <a:rPr lang="fr-FR" dirty="0" err="1"/>
              <a:t>overload</a:t>
            </a:r>
            <a:r>
              <a:rPr lang="fr-FR" dirty="0"/>
              <a:t> of informations. You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recreate</a:t>
            </a:r>
            <a:r>
              <a:rPr lang="fr-FR" dirty="0"/>
              <a:t> a chart </a:t>
            </a:r>
            <a:r>
              <a:rPr lang="fr-FR" dirty="0" err="1"/>
              <a:t>with</a:t>
            </a:r>
            <a:r>
              <a:rPr lang="fr-FR" dirty="0"/>
              <a:t> the information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you’re</a:t>
            </a:r>
            <a:r>
              <a:rPr lang="fr-FR" dirty="0"/>
              <a:t> </a:t>
            </a:r>
            <a:r>
              <a:rPr lang="fr-FR" dirty="0" err="1"/>
              <a:t>intrested</a:t>
            </a:r>
            <a:r>
              <a:rPr lang="fr-FR" dirty="0"/>
              <a:t> on </a:t>
            </a:r>
            <a:r>
              <a:rPr lang="fr-FR" dirty="0" err="1"/>
              <a:t>transmitting</a:t>
            </a:r>
            <a:r>
              <a:rPr lang="fr-FR" dirty="0"/>
              <a:t>, and </a:t>
            </a:r>
            <a:r>
              <a:rPr lang="fr-FR" dirty="0" err="1"/>
              <a:t>stay</a:t>
            </a:r>
            <a:r>
              <a:rPr lang="fr-FR" dirty="0"/>
              <a:t> </a:t>
            </a:r>
            <a:r>
              <a:rPr lang="fr-FR" dirty="0" err="1"/>
              <a:t>accurate</a:t>
            </a:r>
            <a:r>
              <a:rPr lang="fr-FR" dirty="0"/>
              <a:t> and </a:t>
            </a:r>
            <a:r>
              <a:rPr lang="fr-FR" dirty="0" err="1"/>
              <a:t>faithful</a:t>
            </a:r>
            <a:r>
              <a:rPr lang="fr-FR" dirty="0"/>
              <a:t> to the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7268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Finally</a:t>
            </a:r>
            <a:r>
              <a:rPr lang="fr-FR" dirty="0"/>
              <a:t>, </a:t>
            </a:r>
            <a:r>
              <a:rPr lang="fr-FR" dirty="0" err="1"/>
              <a:t>you’ll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have a </a:t>
            </a:r>
            <a:r>
              <a:rPr lang="fr-FR" dirty="0" err="1"/>
              <a:t>visual</a:t>
            </a:r>
            <a:r>
              <a:rPr lang="fr-FR" dirty="0"/>
              <a:t> </a:t>
            </a:r>
            <a:r>
              <a:rPr lang="fr-FR" dirty="0" err="1"/>
              <a:t>consistency</a:t>
            </a:r>
            <a:r>
              <a:rPr lang="fr-FR" dirty="0"/>
              <a:t> </a:t>
            </a:r>
            <a:r>
              <a:rPr lang="fr-FR" dirty="0" err="1"/>
              <a:t>troughout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entire</a:t>
            </a:r>
            <a:r>
              <a:rPr lang="fr-FR" dirty="0"/>
              <a:t> </a:t>
            </a:r>
            <a:r>
              <a:rPr lang="fr-FR" dirty="0" err="1"/>
              <a:t>slideshow</a:t>
            </a:r>
            <a:r>
              <a:rPr lang="fr-FR" dirty="0"/>
              <a:t>,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means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fonts,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colors</a:t>
            </a:r>
            <a:r>
              <a:rPr lang="fr-FR" dirty="0"/>
              <a:t> (</a:t>
            </a:r>
            <a:r>
              <a:rPr lang="fr-FR" dirty="0" err="1"/>
              <a:t>only</a:t>
            </a:r>
            <a:r>
              <a:rPr lang="fr-FR" dirty="0"/>
              <a:t> 2to3 </a:t>
            </a:r>
            <a:r>
              <a:rPr lang="fr-FR" dirty="0" err="1"/>
              <a:t>colors</a:t>
            </a:r>
            <a:r>
              <a:rPr lang="fr-FR" dirty="0"/>
              <a:t>) and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layouts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07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This </a:t>
            </a:r>
            <a:r>
              <a:rPr lang="fr-FR" dirty="0" err="1"/>
              <a:t>method</a:t>
            </a:r>
            <a:r>
              <a:rPr lang="fr-FR" dirty="0"/>
              <a:t> uses a 3 </a:t>
            </a:r>
            <a:r>
              <a:rPr lang="fr-FR" dirty="0" err="1"/>
              <a:t>pass</a:t>
            </a:r>
            <a:r>
              <a:rPr lang="fr-FR" dirty="0"/>
              <a:t> </a:t>
            </a:r>
            <a:r>
              <a:rPr lang="fr-FR" dirty="0" err="1"/>
              <a:t>approach</a:t>
            </a:r>
            <a:r>
              <a:rPr lang="fr-FR" dirty="0"/>
              <a:t> to </a:t>
            </a:r>
            <a:r>
              <a:rPr lang="fr-FR" dirty="0" err="1"/>
              <a:t>improve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efficiency</a:t>
            </a:r>
            <a:r>
              <a:rPr lang="fr-FR" dirty="0"/>
              <a:t> and </a:t>
            </a:r>
            <a:r>
              <a:rPr lang="fr-FR" dirty="0" err="1"/>
              <a:t>accuracy</a:t>
            </a:r>
            <a:r>
              <a:rPr lang="fr-FR" dirty="0"/>
              <a:t> on </a:t>
            </a:r>
            <a:r>
              <a:rPr lang="fr-FR" dirty="0" err="1"/>
              <a:t>reading</a:t>
            </a:r>
            <a:r>
              <a:rPr lang="fr-FR" dirty="0"/>
              <a:t> a </a:t>
            </a:r>
            <a:r>
              <a:rPr lang="fr-FR" dirty="0" err="1"/>
              <a:t>paper</a:t>
            </a:r>
            <a:r>
              <a:rPr lang="fr-FR" dirty="0"/>
              <a:t>, </a:t>
            </a:r>
            <a:r>
              <a:rPr lang="fr-FR" dirty="0" err="1"/>
              <a:t>used</a:t>
            </a:r>
            <a:r>
              <a:rPr lang="fr-FR" dirty="0"/>
              <a:t> by </a:t>
            </a:r>
            <a:r>
              <a:rPr lang="fr-FR" dirty="0" err="1"/>
              <a:t>professionals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0095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first </a:t>
            </a:r>
            <a:r>
              <a:rPr lang="fr-FR" dirty="0" err="1"/>
              <a:t>pass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dure 5 to 10 mins, and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read</a:t>
            </a:r>
            <a:r>
              <a:rPr lang="fr-FR" dirty="0"/>
              <a:t> the </a:t>
            </a:r>
            <a:r>
              <a:rPr lang="fr-FR" dirty="0" err="1"/>
              <a:t>title</a:t>
            </a:r>
            <a:r>
              <a:rPr lang="fr-FR" dirty="0"/>
              <a:t> abstract introduction, </a:t>
            </a:r>
            <a:r>
              <a:rPr lang="fr-FR" dirty="0" err="1"/>
              <a:t>subtitles</a:t>
            </a:r>
            <a:r>
              <a:rPr lang="fr-FR" dirty="0"/>
              <a:t> and </a:t>
            </a:r>
            <a:r>
              <a:rPr lang="fr-FR" dirty="0" err="1"/>
              <a:t>subsection</a:t>
            </a:r>
            <a:r>
              <a:rPr lang="fr-FR" dirty="0"/>
              <a:t> </a:t>
            </a:r>
            <a:r>
              <a:rPr lang="fr-FR" dirty="0" err="1"/>
              <a:t>headings</a:t>
            </a:r>
            <a:r>
              <a:rPr lang="fr-FR" dirty="0"/>
              <a:t>, the conclusions and the </a:t>
            </a:r>
            <a:r>
              <a:rPr lang="fr-FR" dirty="0" err="1"/>
              <a:t>references</a:t>
            </a:r>
            <a:r>
              <a:rPr lang="fr-FR" dirty="0"/>
              <a:t>,  </a:t>
            </a:r>
            <a:r>
              <a:rPr lang="fr-FR" dirty="0" err="1"/>
              <a:t>wuth</a:t>
            </a:r>
            <a:r>
              <a:rPr lang="fr-FR" dirty="0"/>
              <a:t> the goal to </a:t>
            </a:r>
            <a:r>
              <a:rPr lang="fr-FR" dirty="0" err="1"/>
              <a:t>answer</a:t>
            </a:r>
            <a:r>
              <a:rPr lang="fr-FR" dirty="0"/>
              <a:t> the 5 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1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Type of </a:t>
            </a:r>
            <a:r>
              <a:rPr lang="fr-FR" dirty="0" err="1"/>
              <a:t>paper</a:t>
            </a:r>
            <a:r>
              <a:rPr lang="fr-FR" dirty="0"/>
              <a:t> (</a:t>
            </a:r>
            <a:r>
              <a:rPr lang="fr-FR" dirty="0" err="1"/>
              <a:t>measurement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prototype)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784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Related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and </a:t>
            </a:r>
            <a:r>
              <a:rPr lang="fr-FR" dirty="0" err="1"/>
              <a:t>theoretical</a:t>
            </a:r>
            <a:r>
              <a:rPr lang="fr-FR" dirty="0"/>
              <a:t> </a:t>
            </a:r>
            <a:r>
              <a:rPr lang="fr-FR" dirty="0" err="1"/>
              <a:t>foundation</a:t>
            </a:r>
            <a:r>
              <a:rPr lang="fr-FR" dirty="0"/>
              <a:t> </a:t>
            </a:r>
            <a:r>
              <a:rPr lang="fr-FR" dirty="0" err="1"/>
              <a:t>users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9277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Validity</a:t>
            </a:r>
            <a:r>
              <a:rPr lang="fr-FR" dirty="0"/>
              <a:t> of the </a:t>
            </a:r>
            <a:r>
              <a:rPr lang="fr-FR" dirty="0" err="1"/>
              <a:t>underlying</a:t>
            </a:r>
            <a:r>
              <a:rPr lang="fr-FR" dirty="0"/>
              <a:t> </a:t>
            </a:r>
            <a:r>
              <a:rPr lang="fr-FR" dirty="0" err="1"/>
              <a:t>assumptions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988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findings</a:t>
            </a:r>
            <a:r>
              <a:rPr lang="fr-FR" dirty="0"/>
              <a:t> and </a:t>
            </a:r>
            <a:r>
              <a:rPr lang="fr-FR" dirty="0" err="1"/>
              <a:t>claimend</a:t>
            </a:r>
            <a:r>
              <a:rPr lang="fr-FR" dirty="0"/>
              <a:t> contributions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3242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Quality</a:t>
            </a:r>
            <a:r>
              <a:rPr lang="fr-FR" dirty="0"/>
              <a:t> of </a:t>
            </a:r>
            <a:r>
              <a:rPr lang="fr-FR" dirty="0" err="1"/>
              <a:t>writing</a:t>
            </a:r>
            <a:r>
              <a:rPr lang="fr-FR" dirty="0"/>
              <a:t> and </a:t>
            </a:r>
            <a:r>
              <a:rPr lang="fr-FR" dirty="0" err="1"/>
              <a:t>readability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6211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Up to 1h </a:t>
            </a:r>
            <a:r>
              <a:rPr lang="fr-FR" dirty="0" err="1"/>
              <a:t>hour</a:t>
            </a:r>
            <a:r>
              <a:rPr lang="fr-FR" dirty="0"/>
              <a:t>,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care </a:t>
            </a:r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skipping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proofs</a:t>
            </a:r>
            <a:r>
              <a:rPr lang="fr-FR" dirty="0"/>
              <a:t> or </a:t>
            </a:r>
            <a:r>
              <a:rPr lang="fr-FR" dirty="0" err="1"/>
              <a:t>low</a:t>
            </a:r>
            <a:r>
              <a:rPr lang="fr-FR" dirty="0"/>
              <a:t> 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mechanism</a:t>
            </a:r>
            <a:r>
              <a:rPr lang="fr-FR" dirty="0"/>
              <a:t>, </a:t>
            </a:r>
            <a:r>
              <a:rPr lang="fr-FR" dirty="0" err="1"/>
              <a:t>annotate</a:t>
            </a:r>
            <a:r>
              <a:rPr lang="fr-FR" dirty="0"/>
              <a:t> key points and </a:t>
            </a:r>
            <a:r>
              <a:rPr lang="fr-FR" dirty="0" err="1"/>
              <a:t>margins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461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,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care </a:t>
            </a:r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skipping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proofs</a:t>
            </a:r>
            <a:r>
              <a:rPr lang="fr-FR" dirty="0"/>
              <a:t> or </a:t>
            </a:r>
            <a:r>
              <a:rPr lang="fr-FR" dirty="0" err="1"/>
              <a:t>low</a:t>
            </a:r>
            <a:r>
              <a:rPr lang="fr-FR" dirty="0"/>
              <a:t> 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mechanism</a:t>
            </a:r>
            <a:r>
              <a:rPr lang="fr-FR" dirty="0"/>
              <a:t>, </a:t>
            </a:r>
            <a:r>
              <a:rPr lang="fr-FR" dirty="0" err="1"/>
              <a:t>annotate</a:t>
            </a:r>
            <a:r>
              <a:rPr lang="fr-FR" dirty="0"/>
              <a:t> key points and </a:t>
            </a:r>
            <a:r>
              <a:rPr lang="fr-FR" dirty="0" err="1"/>
              <a:t>margins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7084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Scrutiniez figures labels </a:t>
            </a:r>
            <a:r>
              <a:rPr lang="fr-FR" dirty="0" err="1"/>
              <a:t>verify</a:t>
            </a:r>
            <a:r>
              <a:rPr lang="fr-FR" dirty="0"/>
              <a:t> </a:t>
            </a:r>
            <a:r>
              <a:rPr lang="fr-FR" dirty="0" err="1"/>
              <a:t>whether</a:t>
            </a:r>
            <a:r>
              <a:rPr lang="fr-FR" dirty="0"/>
              <a:t> </a:t>
            </a:r>
            <a:r>
              <a:rPr lang="fr-FR" dirty="0" err="1"/>
              <a:t>resutls</a:t>
            </a:r>
            <a:r>
              <a:rPr lang="fr-FR" dirty="0"/>
              <a:t> </a:t>
            </a:r>
            <a:r>
              <a:rPr lang="fr-FR" dirty="0" err="1"/>
              <a:t>include</a:t>
            </a:r>
            <a:r>
              <a:rPr lang="fr-FR" dirty="0"/>
              <a:t> </a:t>
            </a:r>
            <a:r>
              <a:rPr lang="fr-FR" dirty="0" err="1"/>
              <a:t>eroors</a:t>
            </a:r>
            <a:r>
              <a:rPr lang="fr-FR" dirty="0"/>
              <a:t> bars and </a:t>
            </a:r>
            <a:r>
              <a:rPr lang="fr-FR" dirty="0" err="1"/>
              <a:t>demonstrate</a:t>
            </a:r>
            <a:r>
              <a:rPr lang="fr-FR" dirty="0"/>
              <a:t> </a:t>
            </a:r>
            <a:r>
              <a:rPr lang="fr-FR" dirty="0" err="1"/>
              <a:t>statisicial</a:t>
            </a:r>
            <a:r>
              <a:rPr lang="fr-FR" dirty="0"/>
              <a:t> signifiance - &gt; </a:t>
            </a:r>
            <a:r>
              <a:rPr lang="fr-FR" dirty="0" err="1"/>
              <a:t>abitliy</a:t>
            </a:r>
            <a:r>
              <a:rPr lang="fr-FR" dirty="0"/>
              <a:t> to </a:t>
            </a:r>
            <a:r>
              <a:rPr lang="fr-FR" dirty="0" err="1"/>
              <a:t>summarize</a:t>
            </a:r>
            <a:r>
              <a:rPr lang="fr-FR" dirty="0"/>
              <a:t> the </a:t>
            </a:r>
            <a:r>
              <a:rPr lang="fr-FR" dirty="0" err="1"/>
              <a:t>mùain</a:t>
            </a:r>
            <a:r>
              <a:rPr lang="fr-FR" dirty="0"/>
              <a:t> argument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supporting</a:t>
            </a:r>
            <a:r>
              <a:rPr lang="fr-FR" dirty="0"/>
              <a:t> </a:t>
            </a:r>
            <a:r>
              <a:rPr lang="fr-FR" dirty="0" err="1"/>
              <a:t>evidence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9173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554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Virtually</a:t>
            </a:r>
            <a:r>
              <a:rPr lang="fr-FR" dirty="0"/>
              <a:t> </a:t>
            </a:r>
            <a:r>
              <a:rPr lang="fr-FR" dirty="0" err="1"/>
              <a:t>implements</a:t>
            </a:r>
            <a:r>
              <a:rPr lang="fr-FR" dirty="0"/>
              <a:t> the </a:t>
            </a:r>
            <a:r>
              <a:rPr lang="fr-FR" dirty="0" err="1"/>
              <a:t>paper</a:t>
            </a:r>
            <a:r>
              <a:rPr lang="fr-FR" dirty="0"/>
              <a:t> by </a:t>
            </a:r>
            <a:r>
              <a:rPr lang="fr-FR" dirty="0" err="1"/>
              <a:t>adopting</a:t>
            </a:r>
            <a:r>
              <a:rPr lang="fr-FR" dirty="0"/>
              <a:t> the </a:t>
            </a:r>
            <a:r>
              <a:rPr lang="fr-FR" dirty="0" err="1"/>
              <a:t>authors</a:t>
            </a:r>
            <a:r>
              <a:rPr lang="fr-FR" dirty="0"/>
              <a:t> </a:t>
            </a:r>
            <a:r>
              <a:rPr lang="fr-FR" dirty="0" err="1"/>
              <a:t>assumptions</a:t>
            </a:r>
            <a:r>
              <a:rPr lang="fr-FR" dirty="0"/>
              <a:t> and </a:t>
            </a:r>
            <a:r>
              <a:rPr lang="fr-FR" dirty="0" err="1"/>
              <a:t>recreate</a:t>
            </a:r>
            <a:r>
              <a:rPr lang="fr-FR" dirty="0"/>
              <a:t> the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scratch, challenge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statement</a:t>
            </a:r>
            <a:r>
              <a:rPr lang="fr-FR" dirty="0"/>
              <a:t> and </a:t>
            </a:r>
            <a:r>
              <a:rPr lang="fr-FR" dirty="0" err="1"/>
              <a:t>assumption</a:t>
            </a:r>
            <a:r>
              <a:rPr lang="fr-FR" dirty="0"/>
              <a:t>, </a:t>
            </a:r>
            <a:r>
              <a:rPr lang="fr-FR" dirty="0" err="1"/>
              <a:t>identify</a:t>
            </a:r>
            <a:r>
              <a:rPr lang="fr-FR" dirty="0"/>
              <a:t> </a:t>
            </a:r>
            <a:r>
              <a:rPr lang="fr-FR" dirty="0" err="1"/>
              <a:t>methodologicla</a:t>
            </a:r>
            <a:r>
              <a:rPr lang="fr-FR" dirty="0"/>
              <a:t> </a:t>
            </a:r>
            <a:r>
              <a:rPr lang="fr-FR" dirty="0" err="1"/>
              <a:t>flaws</a:t>
            </a:r>
            <a:r>
              <a:rPr lang="fr-FR" dirty="0"/>
              <a:t> or </a:t>
            </a:r>
            <a:r>
              <a:rPr lang="fr-FR" dirty="0" err="1"/>
              <a:t>missing</a:t>
            </a:r>
            <a:r>
              <a:rPr lang="fr-FR" dirty="0"/>
              <a:t> citations -&gt; </a:t>
            </a:r>
            <a:r>
              <a:rPr lang="fr-FR" dirty="0" err="1"/>
              <a:t>abitlity</a:t>
            </a:r>
            <a:r>
              <a:rPr lang="fr-FR" dirty="0"/>
              <a:t> to </a:t>
            </a:r>
            <a:r>
              <a:rPr lang="fr-FR" dirty="0" err="1"/>
              <a:t>reconstrcut</a:t>
            </a:r>
            <a:r>
              <a:rPr lang="fr-FR" dirty="0"/>
              <a:t> the </a:t>
            </a:r>
            <a:r>
              <a:rPr lang="fr-FR" dirty="0" err="1"/>
              <a:t>entire</a:t>
            </a:r>
            <a:r>
              <a:rPr lang="fr-FR" dirty="0"/>
              <a:t> structure </a:t>
            </a:r>
            <a:r>
              <a:rPr lang="fr-FR" dirty="0" err="1"/>
              <a:t>from</a:t>
            </a:r>
            <a:r>
              <a:rPr lang="fr-FR" dirty="0"/>
              <a:t> memory, </a:t>
            </a:r>
            <a:r>
              <a:rPr lang="fr-FR" dirty="0" err="1"/>
              <a:t>recognize</a:t>
            </a:r>
            <a:r>
              <a:rPr lang="fr-FR" dirty="0"/>
              <a:t> limitations, and </a:t>
            </a:r>
            <a:r>
              <a:rPr lang="fr-FR" dirty="0" err="1"/>
              <a:t>formulate</a:t>
            </a:r>
            <a:r>
              <a:rPr lang="fr-FR" dirty="0"/>
              <a:t> </a:t>
            </a:r>
            <a:r>
              <a:rPr lang="fr-FR" dirty="0" err="1"/>
              <a:t>ideasfor</a:t>
            </a:r>
            <a:r>
              <a:rPr lang="fr-FR" dirty="0"/>
              <a:t> future </a:t>
            </a:r>
            <a:r>
              <a:rPr lang="fr-FR" dirty="0" err="1"/>
              <a:t>research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7194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Use </a:t>
            </a:r>
            <a:r>
              <a:rPr lang="fr-FR" dirty="0" err="1"/>
              <a:t>academic</a:t>
            </a:r>
            <a:r>
              <a:rPr lang="fr-FR" dirty="0"/>
              <a:t> </a:t>
            </a:r>
            <a:r>
              <a:rPr lang="fr-FR" dirty="0" err="1"/>
              <a:t>search</a:t>
            </a:r>
            <a:r>
              <a:rPr lang="fr-FR" dirty="0"/>
              <a:t> engine </a:t>
            </a:r>
            <a:r>
              <a:rPr lang="fr-FR" dirty="0" err="1"/>
              <a:t>such</a:t>
            </a:r>
            <a:r>
              <a:rPr lang="fr-FR" dirty="0"/>
              <a:t> as google scholar,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targeted</a:t>
            </a:r>
            <a:r>
              <a:rPr lang="fr-FR" dirty="0"/>
              <a:t> keyword to </a:t>
            </a:r>
            <a:r>
              <a:rPr lang="fr-FR" dirty="0" err="1"/>
              <a:t>identuify</a:t>
            </a:r>
            <a:r>
              <a:rPr lang="fr-FR" dirty="0"/>
              <a:t> 3-5 initial </a:t>
            </a:r>
            <a:r>
              <a:rPr lang="fr-FR" dirty="0" err="1"/>
              <a:t>papers</a:t>
            </a:r>
            <a:r>
              <a:rPr lang="fr-FR" dirty="0"/>
              <a:t>, and </a:t>
            </a:r>
            <a:r>
              <a:rPr lang="fr-FR" dirty="0" err="1"/>
              <a:t>apply</a:t>
            </a:r>
            <a:r>
              <a:rPr lang="fr-FR" dirty="0"/>
              <a:t> </a:t>
            </a:r>
            <a:r>
              <a:rPr lang="fr-FR" dirty="0" err="1"/>
              <a:t>pass</a:t>
            </a:r>
            <a:r>
              <a:rPr lang="fr-FR" dirty="0"/>
              <a:t> 1 to </a:t>
            </a:r>
            <a:r>
              <a:rPr lang="fr-FR" dirty="0" err="1"/>
              <a:t>each</a:t>
            </a:r>
            <a:r>
              <a:rPr lang="fr-FR" dirty="0"/>
              <a:t> and check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related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sections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6117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If no </a:t>
            </a:r>
            <a:r>
              <a:rPr lang="fr-FR" dirty="0" err="1"/>
              <a:t>surveys</a:t>
            </a:r>
            <a:r>
              <a:rPr lang="fr-FR" dirty="0"/>
              <a:t> </a:t>
            </a:r>
            <a:r>
              <a:rPr lang="fr-FR" dirty="0" err="1"/>
              <a:t>exist</a:t>
            </a:r>
            <a:r>
              <a:rPr lang="fr-FR" dirty="0"/>
              <a:t> </a:t>
            </a:r>
            <a:r>
              <a:rPr lang="fr-FR" dirty="0" err="1"/>
              <a:t>identify</a:t>
            </a:r>
            <a:r>
              <a:rPr lang="fr-FR" dirty="0"/>
              <a:t> </a:t>
            </a:r>
            <a:r>
              <a:rPr lang="fr-FR" dirty="0" err="1"/>
              <a:t>recuring</a:t>
            </a:r>
            <a:r>
              <a:rPr lang="fr-FR" dirty="0"/>
              <a:t> citations and </a:t>
            </a:r>
            <a:r>
              <a:rPr lang="fr-FR" dirty="0" err="1"/>
              <a:t>prominent</a:t>
            </a:r>
            <a:r>
              <a:rPr lang="fr-FR" dirty="0"/>
              <a:t> </a:t>
            </a:r>
            <a:r>
              <a:rPr lang="fr-FR" dirty="0" err="1"/>
              <a:t>authors</a:t>
            </a:r>
            <a:r>
              <a:rPr lang="fr-FR" dirty="0"/>
              <a:t> </a:t>
            </a:r>
            <a:r>
              <a:rPr lang="fr-FR" dirty="0" err="1"/>
              <a:t>accorss</a:t>
            </a:r>
            <a:r>
              <a:rPr lang="fr-FR" dirty="0"/>
              <a:t> the bibliographies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602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Browse</a:t>
            </a:r>
            <a:r>
              <a:rPr lang="fr-FR" dirty="0"/>
              <a:t> </a:t>
            </a:r>
            <a:r>
              <a:rPr lang="fr-FR" dirty="0" err="1"/>
              <a:t>recent</a:t>
            </a:r>
            <a:r>
              <a:rPr lang="fr-FR" dirty="0"/>
              <a:t> </a:t>
            </a:r>
            <a:r>
              <a:rPr lang="fr-FR" dirty="0" err="1"/>
              <a:t>conferecnces</a:t>
            </a:r>
            <a:r>
              <a:rPr lang="fr-FR" dirty="0"/>
              <a:t> </a:t>
            </a:r>
            <a:r>
              <a:rPr lang="fr-FR" dirty="0" err="1"/>
              <a:t>proceeding</a:t>
            </a:r>
            <a:r>
              <a:rPr lang="fr-FR" dirty="0"/>
              <a:t> of venues </a:t>
            </a:r>
            <a:r>
              <a:rPr lang="fr-FR" dirty="0" err="1"/>
              <a:t>identified</a:t>
            </a:r>
            <a:r>
              <a:rPr lang="fr-FR" dirty="0"/>
              <a:t> in </a:t>
            </a:r>
            <a:r>
              <a:rPr lang="fr-FR" dirty="0" err="1"/>
              <a:t>step</a:t>
            </a:r>
            <a:r>
              <a:rPr lang="fr-FR" dirty="0"/>
              <a:t> 2 and </a:t>
            </a:r>
            <a:r>
              <a:rPr lang="fr-FR" dirty="0" err="1"/>
              <a:t>expoand</a:t>
            </a:r>
            <a:r>
              <a:rPr lang="fr-FR" dirty="0"/>
              <a:t> the </a:t>
            </a:r>
            <a:r>
              <a:rPr lang="fr-FR" dirty="0" err="1"/>
              <a:t>survey</a:t>
            </a:r>
            <a:r>
              <a:rPr lang="fr-FR" dirty="0"/>
              <a:t> via </a:t>
            </a:r>
            <a:r>
              <a:rPr lang="fr-FR" dirty="0" err="1"/>
              <a:t>refenreced</a:t>
            </a:r>
            <a:r>
              <a:rPr lang="fr-FR" dirty="0"/>
              <a:t> </a:t>
            </a:r>
            <a:r>
              <a:rPr lang="fr-FR" dirty="0" err="1"/>
              <a:t>seminal</a:t>
            </a:r>
            <a:r>
              <a:rPr lang="fr-FR" dirty="0"/>
              <a:t> </a:t>
            </a:r>
            <a:r>
              <a:rPr lang="fr-FR" dirty="0" err="1"/>
              <a:t>papers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2904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on the </a:t>
            </a:r>
            <a:r>
              <a:rPr lang="fr-FR" dirty="0" err="1"/>
              <a:t>advanced</a:t>
            </a:r>
            <a:r>
              <a:rPr lang="fr-FR" dirty="0"/>
              <a:t> </a:t>
            </a:r>
            <a:r>
              <a:rPr lang="fr-FR" dirty="0" err="1"/>
              <a:t>path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looking</a:t>
            </a:r>
            <a:r>
              <a:rPr lang="fr-FR" dirty="0"/>
              <a:t> at the non </a:t>
            </a:r>
            <a:r>
              <a:rPr lang="fr-FR" dirty="0" err="1"/>
              <a:t>terestrial</a:t>
            </a:r>
            <a:r>
              <a:rPr lang="fr-FR" dirty="0"/>
              <a:t> networks </a:t>
            </a:r>
            <a:r>
              <a:rPr lang="fr-FR" dirty="0" err="1"/>
              <a:t>ntn</a:t>
            </a:r>
            <a:r>
              <a:rPr lang="fr-FR" dirty="0"/>
              <a:t>, and </a:t>
            </a:r>
            <a:r>
              <a:rPr lang="fr-FR" dirty="0" err="1"/>
              <a:t>especially</a:t>
            </a:r>
            <a:r>
              <a:rPr lang="fr-FR" dirty="0"/>
              <a:t> 5G </a:t>
            </a:r>
            <a:r>
              <a:rPr lang="fr-FR" dirty="0" err="1"/>
              <a:t>ntn</a:t>
            </a:r>
            <a:r>
              <a:rPr lang="fr-FR" dirty="0"/>
              <a:t> </a:t>
            </a:r>
            <a:r>
              <a:rPr lang="fr-FR" dirty="0" err="1"/>
              <a:t>qos</a:t>
            </a:r>
            <a:r>
              <a:rPr lang="fr-FR" dirty="0"/>
              <a:t> </a:t>
            </a:r>
            <a:r>
              <a:rPr lang="fr-FR" dirty="0" err="1"/>
              <a:t>evaluation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ns-3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75FEC-A7CA-4C43-81BC-52667A740845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976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36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946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109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12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DA2CEDE-2AB4-4FB8-9551-E0AA4222B1A3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69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49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3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4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6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2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1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97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57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99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88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1543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3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860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350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93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80BDAA3E-BE52-42BC-99E8-CCCB81A57ABD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571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271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673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572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5115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04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85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1375D403-B080-4067-B13D-5F4D3DD2C919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8738796D-F28F-4E1A-AB71-545943EA72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492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89B3-087E-AAA7-E412-E20031E73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GB" sz="4000" noProof="0"/>
              <a:t>A1 — Background Study Notes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8B204-CC7D-15A5-C81B-69DE9005EE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noProof="0"/>
              <a:t>Multimedia Wireless Networks (ET5907701)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noProof="0"/>
              <a:t>Abel LEDRAPPIER</a:t>
            </a:r>
          </a:p>
        </p:txBody>
      </p:sp>
    </p:spTree>
    <p:extLst>
      <p:ext uri="{BB962C8B-B14F-4D97-AF65-F5344CB8AC3E}">
        <p14:creationId xmlns:p14="http://schemas.microsoft.com/office/powerpoint/2010/main" val="4182382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F887E-0EE8-F4FD-51A2-978C61B3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GB" noProof="0" dirty="0"/>
              <a:t>Summary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997D0-13D1-1DA0-26AC-8CD9ED60E5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514350" indent="-514350">
              <a:spcAft>
                <a:spcPts val="600"/>
              </a:spcAft>
              <a:buAutoNum type="arabicParenR"/>
            </a:pPr>
            <a:r>
              <a:rPr lang="en-GB" noProof="0" dirty="0"/>
              <a:t>5 tips for a good presentation</a:t>
            </a:r>
            <a:endParaRPr lang="en-GB" noProof="0"/>
          </a:p>
          <a:p>
            <a:pPr marL="514350" indent="-514350">
              <a:spcAft>
                <a:spcPts val="600"/>
              </a:spcAft>
              <a:buAutoNum type="arabicParenR"/>
            </a:pPr>
            <a:r>
              <a:rPr lang="en-GB" noProof="0" dirty="0"/>
              <a:t>How to read a paper</a:t>
            </a:r>
            <a:endParaRPr lang="en-GB" noProof="0"/>
          </a:p>
          <a:p>
            <a:pPr marL="514350" indent="-514350">
              <a:spcAft>
                <a:spcPts val="600"/>
              </a:spcAft>
              <a:buAutoNum type="arabicParenR"/>
            </a:pPr>
            <a:r>
              <a:rPr lang="en-GB" noProof="0" dirty="0"/>
              <a:t>Project proposal</a:t>
            </a:r>
            <a:endParaRPr lang="en-GB" noProof="0"/>
          </a:p>
          <a:p>
            <a:pPr marL="514350" indent="-514350">
              <a:spcAft>
                <a:spcPts val="600"/>
              </a:spcAft>
              <a:buAutoNum type="arabicParenR"/>
            </a:pPr>
            <a:endParaRPr lang="en-GB" noProof="0"/>
          </a:p>
          <a:p>
            <a:pPr>
              <a:spcAft>
                <a:spcPts val="600"/>
              </a:spcAft>
            </a:pP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2526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216E-294E-125B-FF74-CF0C2989B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93" y="2196531"/>
            <a:ext cx="9140954" cy="3346590"/>
          </a:xfrm>
        </p:spPr>
        <p:txBody>
          <a:bodyPr anchor="t">
            <a:normAutofit/>
          </a:bodyPr>
          <a:lstStyle/>
          <a:p>
            <a:pPr algn="ctr"/>
            <a:r>
              <a:rPr lang="en-GB" sz="6100" noProof="0" dirty="0"/>
              <a:t>1- 5 TIPS FOR A GOOD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40338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7E1D3-7B8C-7A12-9AAE-036C291EB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980" y="2614643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4500" noProof="0" dirty="0"/>
              <a:t>1) KEEP IT SIMPLE</a:t>
            </a:r>
          </a:p>
        </p:txBody>
      </p:sp>
    </p:spTree>
    <p:extLst>
      <p:ext uri="{BB962C8B-B14F-4D97-AF65-F5344CB8AC3E}">
        <p14:creationId xmlns:p14="http://schemas.microsoft.com/office/powerpoint/2010/main" val="2356535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98113-BF1B-60B9-330C-C69B5CDB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641" y="2986432"/>
            <a:ext cx="8195646" cy="1127758"/>
          </a:xfrm>
        </p:spPr>
        <p:txBody>
          <a:bodyPr anchor="t">
            <a:normAutofit fontScale="90000"/>
          </a:bodyPr>
          <a:lstStyle/>
          <a:p>
            <a:r>
              <a:rPr lang="en-GB" sz="5000" noProof="0" dirty="0"/>
              <a:t>2) NEVER READ FROM YOUR SLIDES</a:t>
            </a:r>
          </a:p>
        </p:txBody>
      </p:sp>
    </p:spTree>
    <p:extLst>
      <p:ext uri="{BB962C8B-B14F-4D97-AF65-F5344CB8AC3E}">
        <p14:creationId xmlns:p14="http://schemas.microsoft.com/office/powerpoint/2010/main" val="1361361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B619-EE3D-C02B-3973-81E16A5B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785" y="2666609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4500" noProof="0" dirty="0"/>
              <a:t>3) Use beautiful photos</a:t>
            </a:r>
          </a:p>
        </p:txBody>
      </p:sp>
    </p:spTree>
    <p:extLst>
      <p:ext uri="{BB962C8B-B14F-4D97-AF65-F5344CB8AC3E}">
        <p14:creationId xmlns:p14="http://schemas.microsoft.com/office/powerpoint/2010/main" val="12419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BB7FC-9F42-C135-2FC8-FD8046237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B2D9-76CC-D3E3-228E-799E4EB2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785" y="2666609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4500" noProof="0" dirty="0"/>
              <a:t>4) KEEP DATA SIMPLE</a:t>
            </a:r>
          </a:p>
        </p:txBody>
      </p:sp>
    </p:spTree>
    <p:extLst>
      <p:ext uri="{BB962C8B-B14F-4D97-AF65-F5344CB8AC3E}">
        <p14:creationId xmlns:p14="http://schemas.microsoft.com/office/powerpoint/2010/main" val="526043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132FE-AC7F-D9B1-C768-E5144852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1EEAC-0A15-5D2A-E94D-5EE20FB1B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785" y="2666609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4500" noProof="0" dirty="0"/>
              <a:t>5) Repeat your style</a:t>
            </a:r>
          </a:p>
        </p:txBody>
      </p:sp>
    </p:spTree>
    <p:extLst>
      <p:ext uri="{BB962C8B-B14F-4D97-AF65-F5344CB8AC3E}">
        <p14:creationId xmlns:p14="http://schemas.microsoft.com/office/powerpoint/2010/main" val="1942810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4529-5A1B-583D-843F-0625D583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E232-DDEC-9362-9984-42B300A01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93" y="2196531"/>
            <a:ext cx="9140954" cy="1570797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GB" sz="6600" dirty="0"/>
              <a:t> 2 – HOW TO READ A PAPER</a:t>
            </a:r>
            <a:br>
              <a:rPr lang="en-GB" sz="6600" dirty="0"/>
            </a:br>
            <a:br>
              <a:rPr lang="en-GB" sz="6600" dirty="0"/>
            </a:br>
            <a:endParaRPr lang="en-GB" sz="61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A3CE3-4C26-5F52-9CB8-C0CF3AFC46DF}"/>
              </a:ext>
            </a:extLst>
          </p:cNvPr>
          <p:cNvSpPr txBox="1"/>
          <p:nvPr/>
        </p:nvSpPr>
        <p:spPr>
          <a:xfrm>
            <a:off x="3136392" y="3886200"/>
            <a:ext cx="6224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sym typeface="Wingdings" panose="05000000000000000000" pitchFamily="2" charset="2"/>
              </a:rPr>
              <a:t>METHOD BY S. KESHAV (UNIVERSITY OF WATERLOO)</a:t>
            </a:r>
            <a:r>
              <a:rPr lang="fr-FR" dirty="0">
                <a:sym typeface="Wingdings" panose="05000000000000000000" pitchFamily="2" charset="2"/>
              </a:rPr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3997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B98BD-8200-ECD9-3FA9-86ED96420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51976-6978-8D6C-97E9-7A3155F50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415" y="2956287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6700" dirty="0"/>
              <a:t>3 PASS APPROACH</a:t>
            </a:r>
            <a:endParaRPr lang="en-GB" sz="6700" noProof="0" dirty="0"/>
          </a:p>
        </p:txBody>
      </p:sp>
    </p:spTree>
    <p:extLst>
      <p:ext uri="{BB962C8B-B14F-4D97-AF65-F5344CB8AC3E}">
        <p14:creationId xmlns:p14="http://schemas.microsoft.com/office/powerpoint/2010/main" val="1950283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F3A1-5381-6D3F-AFF9-DEF6395F1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5000" noProof="0"/>
              <a:t>Pass 1: Bird's-Eye 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E0B67-5883-DCBE-ADCA-1F4BC6A5A0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Duration  : 5 – 10 min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16625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F828C-3EDA-F343-4F42-1E11D6BD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2921-156B-5FB6-1AA6-B34646892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5000" noProof="0"/>
              <a:t>Pass 1: Bird's-Eye 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AC98A-77F5-423C-19C5-5D12C9A48C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Duration  : 5 – 10 min</a:t>
            </a:r>
            <a:endParaRPr lang="en-GB" noProof="0"/>
          </a:p>
          <a:p>
            <a:pPr>
              <a:spcAft>
                <a:spcPts val="600"/>
              </a:spcAft>
            </a:pPr>
            <a:r>
              <a:rPr lang="en-GB" noProof="0" dirty="0"/>
              <a:t>Answer the Five Cs:</a:t>
            </a:r>
            <a:endParaRPr lang="en-GB" noProof="0"/>
          </a:p>
          <a:p>
            <a:pPr lvl="1">
              <a:spcAft>
                <a:spcPts val="600"/>
              </a:spcAft>
            </a:pPr>
            <a:r>
              <a:rPr lang="en-GB" noProof="0" dirty="0"/>
              <a:t>Category </a:t>
            </a:r>
            <a:endParaRPr lang="en-GB" noProof="0"/>
          </a:p>
          <a:p>
            <a:pPr lvl="1">
              <a:spcAft>
                <a:spcPts val="600"/>
              </a:spcAft>
            </a:pPr>
            <a:endParaRPr lang="en-GB" noProof="0"/>
          </a:p>
          <a:p>
            <a:pPr marL="0" indent="0">
              <a:spcAft>
                <a:spcPts val="600"/>
              </a:spcAft>
              <a:buNone/>
            </a:pP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70413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5F513-E004-EAAA-86CD-6F4FF4AE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A1694-D566-9A38-8A01-1AD98EF6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5000" noProof="0"/>
              <a:t>Pass 1: Bird's-Eye 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C4B4E-AE02-68E6-A4A1-148CC3357A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Duration  : 5 – 10 min</a:t>
            </a:r>
            <a:endParaRPr lang="en-GB" noProof="0"/>
          </a:p>
          <a:p>
            <a:pPr>
              <a:spcAft>
                <a:spcPts val="600"/>
              </a:spcAft>
            </a:pPr>
            <a:r>
              <a:rPr lang="en-GB" noProof="0" dirty="0"/>
              <a:t>Answer the Five Cs:</a:t>
            </a:r>
            <a:endParaRPr lang="en-GB" noProof="0"/>
          </a:p>
          <a:p>
            <a:pPr lvl="1">
              <a:spcAft>
                <a:spcPts val="600"/>
              </a:spcAft>
            </a:pPr>
            <a:r>
              <a:rPr lang="en-GB" noProof="0" dirty="0"/>
              <a:t>Category </a:t>
            </a:r>
            <a:endParaRPr lang="en-GB" noProof="0"/>
          </a:p>
          <a:p>
            <a:pPr lvl="1">
              <a:spcAft>
                <a:spcPts val="600"/>
              </a:spcAft>
            </a:pPr>
            <a:r>
              <a:rPr lang="en-GB" noProof="0" dirty="0"/>
              <a:t>Context</a:t>
            </a:r>
            <a:endParaRPr lang="en-GB" noProof="0"/>
          </a:p>
          <a:p>
            <a:pPr lvl="1">
              <a:spcAft>
                <a:spcPts val="600"/>
              </a:spcAft>
            </a:pPr>
            <a:endParaRPr lang="en-GB" noProof="0"/>
          </a:p>
          <a:p>
            <a:pPr marL="0" indent="0">
              <a:spcAft>
                <a:spcPts val="600"/>
              </a:spcAft>
              <a:buNone/>
            </a:pP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1705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ADC8-1839-68D6-0BA4-A8C90ABAD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7AAE-7D32-17F6-5521-C4C3648C1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5000" noProof="0"/>
              <a:t>Pass 1: Bird's-Eye 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A7EDF-A5A9-4AA9-B787-411CD7AB57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Duration  : 5 – 10 min</a:t>
            </a:r>
            <a:endParaRPr lang="en-GB" noProof="0"/>
          </a:p>
          <a:p>
            <a:pPr>
              <a:spcAft>
                <a:spcPts val="600"/>
              </a:spcAft>
            </a:pPr>
            <a:r>
              <a:rPr lang="en-GB" noProof="0" dirty="0"/>
              <a:t>Answer the Five Cs:</a:t>
            </a:r>
            <a:endParaRPr lang="en-GB" noProof="0"/>
          </a:p>
          <a:p>
            <a:pPr lvl="1">
              <a:spcAft>
                <a:spcPts val="600"/>
              </a:spcAft>
            </a:pPr>
            <a:r>
              <a:rPr lang="en-GB" noProof="0" dirty="0"/>
              <a:t>Category </a:t>
            </a:r>
            <a:endParaRPr lang="en-GB" noProof="0"/>
          </a:p>
          <a:p>
            <a:pPr lvl="1">
              <a:spcAft>
                <a:spcPts val="600"/>
              </a:spcAft>
            </a:pPr>
            <a:r>
              <a:rPr lang="en-GB" noProof="0" dirty="0"/>
              <a:t>Context</a:t>
            </a:r>
            <a:endParaRPr lang="en-GB" noProof="0"/>
          </a:p>
          <a:p>
            <a:pPr lvl="1">
              <a:spcAft>
                <a:spcPts val="600"/>
              </a:spcAft>
            </a:pPr>
            <a:r>
              <a:rPr lang="en-GB" noProof="0" dirty="0"/>
              <a:t>Correctness</a:t>
            </a:r>
            <a:endParaRPr lang="en-GB" noProof="0"/>
          </a:p>
          <a:p>
            <a:pPr lvl="1">
              <a:spcAft>
                <a:spcPts val="600"/>
              </a:spcAft>
            </a:pPr>
            <a:endParaRPr lang="en-GB" noProof="0"/>
          </a:p>
          <a:p>
            <a:pPr marL="0" indent="0">
              <a:spcAft>
                <a:spcPts val="600"/>
              </a:spcAft>
              <a:buNone/>
            </a:pP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4635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C550C-DE74-4425-0E8D-9786A2876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7C161-A03D-E6EA-B85F-31EDB3DDA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5000" noProof="0"/>
              <a:t>Pass 1: Bird's-Eye 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22838-4855-ED57-3B20-22997DD2B8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Duration  : 5 – 10 min</a:t>
            </a:r>
            <a:endParaRPr lang="en-GB" noProof="0"/>
          </a:p>
          <a:p>
            <a:pPr>
              <a:spcAft>
                <a:spcPts val="600"/>
              </a:spcAft>
            </a:pPr>
            <a:r>
              <a:rPr lang="en-GB" noProof="0" dirty="0"/>
              <a:t>Answer the Five Cs:</a:t>
            </a:r>
            <a:endParaRPr lang="en-GB" noProof="0"/>
          </a:p>
          <a:p>
            <a:pPr lvl="1">
              <a:spcAft>
                <a:spcPts val="600"/>
              </a:spcAft>
            </a:pPr>
            <a:r>
              <a:rPr lang="en-GB" noProof="0" dirty="0"/>
              <a:t>Category </a:t>
            </a:r>
            <a:endParaRPr lang="en-GB" noProof="0"/>
          </a:p>
          <a:p>
            <a:pPr lvl="1">
              <a:spcAft>
                <a:spcPts val="600"/>
              </a:spcAft>
            </a:pPr>
            <a:r>
              <a:rPr lang="en-GB" noProof="0" dirty="0"/>
              <a:t>Context</a:t>
            </a:r>
            <a:endParaRPr lang="en-GB" noProof="0"/>
          </a:p>
          <a:p>
            <a:pPr lvl="1">
              <a:spcAft>
                <a:spcPts val="600"/>
              </a:spcAft>
            </a:pPr>
            <a:r>
              <a:rPr lang="en-GB" noProof="0" dirty="0"/>
              <a:t>Correctness</a:t>
            </a:r>
            <a:endParaRPr lang="en-GB" noProof="0"/>
          </a:p>
          <a:p>
            <a:pPr lvl="1">
              <a:spcAft>
                <a:spcPts val="600"/>
              </a:spcAft>
            </a:pPr>
            <a:r>
              <a:rPr lang="en-GB" noProof="0" dirty="0"/>
              <a:t>Contributions 	</a:t>
            </a:r>
            <a:endParaRPr lang="en-GB" noProof="0"/>
          </a:p>
          <a:p>
            <a:pPr lvl="1">
              <a:spcAft>
                <a:spcPts val="600"/>
              </a:spcAft>
            </a:pPr>
            <a:endParaRPr lang="en-GB" noProof="0"/>
          </a:p>
          <a:p>
            <a:pPr marL="0" indent="0">
              <a:spcAft>
                <a:spcPts val="600"/>
              </a:spcAft>
              <a:buNone/>
            </a:pP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8522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4143-C5F7-4D59-C17C-7B753A9E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C975-AF1C-C30A-D925-D9EEF56E1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5000" noProof="0"/>
              <a:t>Pass 1: Bird's-Eye 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CFFF5-3191-30D9-6C65-5D8C30CCC2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Duration  : 5 – 10 min</a:t>
            </a:r>
          </a:p>
          <a:p>
            <a:pPr>
              <a:spcAft>
                <a:spcPts val="600"/>
              </a:spcAft>
            </a:pPr>
            <a:r>
              <a:rPr lang="en-GB" noProof="0" dirty="0"/>
              <a:t>Answer the Five Cs:</a:t>
            </a:r>
          </a:p>
          <a:p>
            <a:pPr lvl="1">
              <a:spcAft>
                <a:spcPts val="600"/>
              </a:spcAft>
            </a:pPr>
            <a:r>
              <a:rPr lang="en-GB" noProof="0" dirty="0"/>
              <a:t>Category </a:t>
            </a:r>
          </a:p>
          <a:p>
            <a:pPr lvl="1">
              <a:spcAft>
                <a:spcPts val="600"/>
              </a:spcAft>
            </a:pPr>
            <a:r>
              <a:rPr lang="en-GB" noProof="0" dirty="0"/>
              <a:t>Context</a:t>
            </a:r>
          </a:p>
          <a:p>
            <a:pPr lvl="1">
              <a:spcAft>
                <a:spcPts val="600"/>
              </a:spcAft>
            </a:pPr>
            <a:r>
              <a:rPr lang="en-GB" noProof="0" dirty="0"/>
              <a:t>Correctness</a:t>
            </a:r>
          </a:p>
          <a:p>
            <a:pPr lvl="1">
              <a:spcAft>
                <a:spcPts val="600"/>
              </a:spcAft>
            </a:pPr>
            <a:r>
              <a:rPr lang="en-GB" noProof="0" dirty="0"/>
              <a:t>Contributions </a:t>
            </a:r>
          </a:p>
          <a:p>
            <a:pPr lvl="1">
              <a:spcAft>
                <a:spcPts val="600"/>
              </a:spcAft>
            </a:pPr>
            <a:r>
              <a:rPr lang="en-GB" dirty="0"/>
              <a:t>Clarity</a:t>
            </a:r>
            <a:r>
              <a:rPr lang="en-GB" noProof="0" dirty="0"/>
              <a:t>	</a:t>
            </a:r>
          </a:p>
          <a:p>
            <a:pPr lvl="1">
              <a:spcAft>
                <a:spcPts val="600"/>
              </a:spcAft>
            </a:pPr>
            <a:endParaRPr lang="en-GB" noProof="0" dirty="0"/>
          </a:p>
          <a:p>
            <a:pPr marL="0" indent="0">
              <a:spcAft>
                <a:spcPts val="600"/>
              </a:spcAft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2186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B59A5-B0A4-9A02-F76D-D19E0DE1C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6700" noProof="0"/>
              <a:t>Pass 2: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17C1E-9440-3B1E-1AB3-B935EF3382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Duration : up to 1h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1730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D2A26-EB3E-AB3F-C133-DEA7033F3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F2FBD-B15B-C84A-360B-BBB11FB77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6700" noProof="0"/>
              <a:t>Pass 2: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F8BA5-3A11-0BBB-2C9E-8005983937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Duration : up to 1h</a:t>
            </a:r>
          </a:p>
          <a:p>
            <a:pPr>
              <a:spcAft>
                <a:spcPts val="600"/>
              </a:spcAft>
            </a:pPr>
            <a:r>
              <a:rPr lang="en-GB" dirty="0"/>
              <a:t>Grasp core arguments and supporting evidence</a:t>
            </a:r>
          </a:p>
          <a:p>
            <a:pPr>
              <a:spcAft>
                <a:spcPts val="600"/>
              </a:spcAft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8684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E4E0B-FDE0-032C-33D3-ABA28B011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2EBBD-3156-F1C1-C941-B862DAA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6700" noProof="0"/>
              <a:t>Pass 2: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669DD-3BCB-DF40-530A-A447EBFE76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Duration : up to 1h</a:t>
            </a:r>
          </a:p>
          <a:p>
            <a:pPr>
              <a:spcAft>
                <a:spcPts val="600"/>
              </a:spcAft>
            </a:pPr>
            <a:r>
              <a:rPr lang="en-GB" dirty="0"/>
              <a:t>Grasp core arguments and supporting evidence</a:t>
            </a:r>
          </a:p>
          <a:p>
            <a:pPr>
              <a:spcAft>
                <a:spcPts val="600"/>
              </a:spcAft>
            </a:pPr>
            <a:r>
              <a:rPr lang="fr-FR" dirty="0" err="1"/>
              <a:t>Scrutinize</a:t>
            </a:r>
            <a:r>
              <a:rPr lang="fr-FR" dirty="0"/>
              <a:t> figures, axes, and </a:t>
            </a:r>
            <a:r>
              <a:rPr lang="fr-FR" dirty="0" err="1"/>
              <a:t>error</a:t>
            </a:r>
            <a:r>
              <a:rPr lang="fr-FR" dirty="0"/>
              <a:t> bars</a:t>
            </a:r>
            <a:endParaRPr lang="en-GB" dirty="0"/>
          </a:p>
          <a:p>
            <a:pPr>
              <a:spcAft>
                <a:spcPts val="600"/>
              </a:spcAft>
            </a:pPr>
            <a:endParaRPr lang="en-GB" dirty="0"/>
          </a:p>
          <a:p>
            <a:pPr>
              <a:spcAft>
                <a:spcPts val="600"/>
              </a:spcAft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45753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F806-2103-66C3-8868-BD0B764E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4000" noProof="0"/>
              <a:t>Pass 3: Virtual Re-implementation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1D60B-24A0-91FC-B77C-3A3A4ACE85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Duration : 5 hours for beginners</a:t>
            </a:r>
            <a:r>
              <a:rPr lang="en-GB" dirty="0"/>
              <a:t> , 1h for experts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34262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3A47-45D1-B544-33D2-CDDF5084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A5C3-4060-0C03-1608-D887A9CCD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4000" noProof="0"/>
              <a:t>Pass 3: Virtual Re-implementation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99B16-8540-B160-4744-604BF18C1B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Duration : 5 hours for beginners</a:t>
            </a:r>
            <a:r>
              <a:rPr lang="en-GB" dirty="0"/>
              <a:t> , 1h for experts</a:t>
            </a:r>
            <a:endParaRPr lang="en-GB"/>
          </a:p>
          <a:p>
            <a:pPr>
              <a:spcAft>
                <a:spcPts val="600"/>
              </a:spcAft>
            </a:pPr>
            <a:r>
              <a:rPr lang="en-GB" noProof="0" dirty="0"/>
              <a:t>Recreate the work from scratch to challenge assumptions and find failings.</a:t>
            </a:r>
            <a:endParaRPr lang="en-GB" noProof="0"/>
          </a:p>
          <a:p>
            <a:pPr>
              <a:spcAft>
                <a:spcPts val="600"/>
              </a:spcAft>
            </a:pP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20641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8051-9824-7356-915A-0AF5869D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4000" noProof="0"/>
              <a:t>Systematic 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36644-9C9F-5B2F-8B38-24886B7C74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Find 3–5 initial papers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76997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A99EF-489E-9F79-E999-E59923F0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A2A5-F876-D18A-3CB2-EB430648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4000" noProof="0"/>
              <a:t>Systematic 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F0CB5-E753-68DC-ED9F-9C6C114D5E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Find 3–5 initial papers</a:t>
            </a:r>
            <a:endParaRPr lang="en-GB" noProof="0"/>
          </a:p>
          <a:p>
            <a:pPr>
              <a:spcAft>
                <a:spcPts val="600"/>
              </a:spcAft>
            </a:pPr>
            <a:r>
              <a:rPr lang="en-GB" noProof="0" dirty="0"/>
              <a:t>Track shared citations and authors</a:t>
            </a:r>
            <a:endParaRPr lang="en-GB" noProof="0"/>
          </a:p>
          <a:p>
            <a:pPr>
              <a:spcAft>
                <a:spcPts val="600"/>
              </a:spcAft>
            </a:pP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85921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C69D-B1F2-3C82-D451-ABA4BD87A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B116D-D17E-3BC2-1ED7-1F302F8E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4000" noProof="0"/>
              <a:t>Systematic 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CDBDB-34FD-3D20-F1E9-C0AC14757B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Find 3–5 initial papers</a:t>
            </a:r>
            <a:endParaRPr lang="en-GB" noProof="0"/>
          </a:p>
          <a:p>
            <a:pPr>
              <a:spcAft>
                <a:spcPts val="600"/>
              </a:spcAft>
            </a:pPr>
            <a:r>
              <a:rPr lang="en-GB" noProof="0" dirty="0"/>
              <a:t>Track shared citations and authors</a:t>
            </a:r>
            <a:endParaRPr lang="en-GB" noProof="0"/>
          </a:p>
          <a:p>
            <a:pPr>
              <a:spcAft>
                <a:spcPts val="600"/>
              </a:spcAft>
            </a:pPr>
            <a:r>
              <a:rPr lang="en-GB" noProof="0" dirty="0"/>
              <a:t>Scan top conference proceedings</a:t>
            </a:r>
            <a:endParaRPr lang="en-GB" noProof="0"/>
          </a:p>
          <a:p>
            <a:pPr>
              <a:spcAft>
                <a:spcPts val="600"/>
              </a:spcAft>
            </a:pPr>
            <a:endParaRPr lang="en-GB" noProof="0"/>
          </a:p>
          <a:p>
            <a:pPr>
              <a:spcAft>
                <a:spcPts val="600"/>
              </a:spcAft>
            </a:pP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430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EAD8-FD58-A686-D2F4-D56E96A7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4540-EEF1-4937-5BA2-418AAC55E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93" y="2196531"/>
            <a:ext cx="9140954" cy="1570797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GB" sz="6600" dirty="0"/>
              <a:t> 3 - Project Proposal</a:t>
            </a:r>
            <a:br>
              <a:rPr lang="en-GB" sz="6600" dirty="0"/>
            </a:br>
            <a:br>
              <a:rPr lang="en-GB" sz="6600" dirty="0"/>
            </a:br>
            <a:endParaRPr lang="en-GB" sz="6100" noProof="0" dirty="0"/>
          </a:p>
        </p:txBody>
      </p:sp>
    </p:spTree>
    <p:extLst>
      <p:ext uri="{BB962C8B-B14F-4D97-AF65-F5344CB8AC3E}">
        <p14:creationId xmlns:p14="http://schemas.microsoft.com/office/powerpoint/2010/main" val="3919699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45C1-9A41-AA7F-8ACF-4A2DE147C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en-GB" sz="4500" noProof="0" dirty="0"/>
              <a:t>The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DAEF3-4466-4F4E-B38C-301FE21F4C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noProof="0" dirty="0"/>
              <a:t>ADVANCED PATH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FOCUS : NTN TECHNOLOGY</a:t>
            </a:r>
          </a:p>
          <a:p>
            <a:pPr marL="0" indent="0">
              <a:spcAft>
                <a:spcPts val="600"/>
              </a:spcAft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85337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2E604-0FD6-A138-605D-E45BF18F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DFDD5-CF68-9825-4A3F-DD121CF29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93" y="2196531"/>
            <a:ext cx="9140954" cy="1570797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GB" sz="6600" dirty="0"/>
              <a:t>THANK YOU</a:t>
            </a:r>
            <a:br>
              <a:rPr lang="en-GB" sz="6600" dirty="0"/>
            </a:br>
            <a:br>
              <a:rPr lang="en-GB" sz="6600" dirty="0"/>
            </a:br>
            <a:endParaRPr lang="en-GB" sz="6100" noProof="0" dirty="0"/>
          </a:p>
        </p:txBody>
      </p:sp>
    </p:spTree>
    <p:extLst>
      <p:ext uri="{BB962C8B-B14F-4D97-AF65-F5344CB8AC3E}">
        <p14:creationId xmlns:p14="http://schemas.microsoft.com/office/powerpoint/2010/main" val="1925388292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91</TotalTime>
  <Words>938</Words>
  <Application>Microsoft Office PowerPoint</Application>
  <PresentationFormat>Widescreen</PresentationFormat>
  <Paragraphs>120</Paragraphs>
  <Slides>27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Wingdings</vt:lpstr>
      <vt:lpstr>Modulo</vt:lpstr>
      <vt:lpstr>A1 — Background Study Notes</vt:lpstr>
      <vt:lpstr>Summary </vt:lpstr>
      <vt:lpstr>1- 5 TIPS FOR A GOOD PRESENTATION</vt:lpstr>
      <vt:lpstr>1) KEEP IT SIMPLE</vt:lpstr>
      <vt:lpstr>2) NEVER READ FROM YOUR SLIDES</vt:lpstr>
      <vt:lpstr>3) Use beautiful photos</vt:lpstr>
      <vt:lpstr>4) KEEP DATA SIMPLE</vt:lpstr>
      <vt:lpstr>5) Repeat your style</vt:lpstr>
      <vt:lpstr> 2 – HOW TO READ A PAPER  </vt:lpstr>
      <vt:lpstr>3 PASS APPROACH</vt:lpstr>
      <vt:lpstr>Pass 1: Bird's-Eye View </vt:lpstr>
      <vt:lpstr>Pass 1: Bird's-Eye View </vt:lpstr>
      <vt:lpstr>Pass 1: Bird's-Eye View </vt:lpstr>
      <vt:lpstr>Pass 1: Bird's-Eye View </vt:lpstr>
      <vt:lpstr>Pass 1: Bird's-Eye View </vt:lpstr>
      <vt:lpstr>Pass 1: Bird's-Eye View </vt:lpstr>
      <vt:lpstr>Pass 2: Content</vt:lpstr>
      <vt:lpstr>Pass 2: Content</vt:lpstr>
      <vt:lpstr>Pass 2: Content</vt:lpstr>
      <vt:lpstr>Pass 3: Virtual Re-implementation</vt:lpstr>
      <vt:lpstr>Pass 3: Virtual Re-implementation</vt:lpstr>
      <vt:lpstr>Systematic Literature Survey</vt:lpstr>
      <vt:lpstr>Systematic Literature Survey</vt:lpstr>
      <vt:lpstr>Systematic Literature Survey</vt:lpstr>
      <vt:lpstr> 3 - Project Proposal  </vt:lpstr>
      <vt:lpstr>The Problem</vt:lpstr>
      <vt:lpstr>THANK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Abel LEDRAPPIER</dc:creator>
  <cp:lastModifiedBy>Abel LEDRAPPIER</cp:lastModifiedBy>
  <cp:revision>4</cp:revision>
  <dcterms:created xsi:type="dcterms:W3CDTF">2026-09-19T08:05:32Z</dcterms:created>
  <dcterms:modified xsi:type="dcterms:W3CDTF">2026-09-19T10:12:36Z</dcterms:modified>
</cp:coreProperties>
</file>